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</p:sldMasterIdLst>
  <p:notesMasterIdLst>
    <p:notesMasterId r:id="rId11"/>
  </p:notesMasterIdLst>
  <p:sldIdLst>
    <p:sldId id="1221" r:id="rId3"/>
    <p:sldId id="1176" r:id="rId4"/>
    <p:sldId id="1222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989"/>
    <a:srgbClr val="1B5295"/>
    <a:srgbClr val="004B95"/>
    <a:srgbClr val="FFFF00"/>
    <a:srgbClr val="005B2E"/>
    <a:srgbClr val="CFD7E7"/>
    <a:srgbClr val="F8ED41"/>
    <a:srgbClr val="0C6338"/>
    <a:srgbClr val="105332"/>
    <a:srgbClr val="005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94850"/>
  </p:normalViewPr>
  <p:slideViewPr>
    <p:cSldViewPr snapToGrid="0" snapToObjects="1" showGuides="1">
      <p:cViewPr varScale="1">
        <p:scale>
          <a:sx n="147" d="100"/>
          <a:sy n="147" d="100"/>
        </p:scale>
        <p:origin x="64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A16E4-E61B-E847-83BC-650566468D55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4A374-4BFD-9448-970E-AE3EBC8D7E1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9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C784-7983-9CA4-395E-9E94F410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F9B8BE-9059-710A-4D76-24C8BED51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D74C31-2D63-6D86-59E5-65593EC10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B9BBFC-54E7-027E-952F-318F313A9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AA218-7BE7-4DD1-93BC-0D5D68D8F85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730914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889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46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559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308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872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030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432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15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936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59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888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6706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4490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51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5776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2001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7977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23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262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677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663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33390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85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70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15B17-B6C7-B074-F642-F46AA3F8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>
            <a:extLst>
              <a:ext uri="{FF2B5EF4-FFF2-40B4-BE49-F238E27FC236}">
                <a16:creationId xmlns:a16="http://schemas.microsoft.com/office/drawing/2014/main" id="{0F6BFDF3-4CF9-387A-69D3-FEFAA6740646}"/>
              </a:ext>
            </a:extLst>
          </p:cNvPr>
          <p:cNvSpPr/>
          <p:nvPr/>
        </p:nvSpPr>
        <p:spPr>
          <a:xfrm>
            <a:off x="0" y="-1"/>
            <a:ext cx="9046894" cy="5143498"/>
          </a:xfrm>
          <a:prstGeom prst="rect">
            <a:avLst/>
          </a:prstGeom>
          <a:solidFill>
            <a:srgbClr val="4C2989"/>
          </a:solidFill>
          <a:ln>
            <a:noFill/>
          </a:ln>
          <a:effectLst>
            <a:outerShdw blurRad="263715" dist="36783" dir="10800000" sx="103000" sy="103000" algn="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EEF220C-0CAC-41EF-D4E6-4F5AB7510DC9}"/>
              </a:ext>
            </a:extLst>
          </p:cNvPr>
          <p:cNvSpPr/>
          <p:nvPr/>
        </p:nvSpPr>
        <p:spPr>
          <a:xfrm>
            <a:off x="2050295" y="4453930"/>
            <a:ext cx="1096936" cy="152296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21F10CA2-A167-224B-BAB7-977CCA5501FF}"/>
              </a:ext>
            </a:extLst>
          </p:cNvPr>
          <p:cNvGrpSpPr/>
          <p:nvPr/>
        </p:nvGrpSpPr>
        <p:grpSpPr>
          <a:xfrm>
            <a:off x="2" y="101875"/>
            <a:ext cx="6918688" cy="3659975"/>
            <a:chOff x="4732117" y="-19349"/>
            <a:chExt cx="6586915" cy="3659975"/>
          </a:xfrm>
        </p:grpSpPr>
        <p:cxnSp>
          <p:nvCxnSpPr>
            <p:cNvPr id="37" name="Connettore 1 36">
              <a:extLst>
                <a:ext uri="{FF2B5EF4-FFF2-40B4-BE49-F238E27FC236}">
                  <a16:creationId xmlns:a16="http://schemas.microsoft.com/office/drawing/2014/main" id="{8599974C-D377-9CC7-F8A0-7071B72CC3E4}"/>
                </a:ext>
              </a:extLst>
            </p:cNvPr>
            <p:cNvCxnSpPr>
              <a:cxnSpLocks/>
            </p:cNvCxnSpPr>
            <p:nvPr/>
          </p:nvCxnSpPr>
          <p:spPr>
            <a:xfrm>
              <a:off x="7475084" y="2885567"/>
              <a:ext cx="37792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>
              <a:extLst>
                <a:ext uri="{FF2B5EF4-FFF2-40B4-BE49-F238E27FC236}">
                  <a16:creationId xmlns:a16="http://schemas.microsoft.com/office/drawing/2014/main" id="{4A124607-C51D-7A9D-9DCA-1F17CC99DB60}"/>
                </a:ext>
              </a:extLst>
            </p:cNvPr>
            <p:cNvCxnSpPr>
              <a:cxnSpLocks/>
            </p:cNvCxnSpPr>
            <p:nvPr/>
          </p:nvCxnSpPr>
          <p:spPr>
            <a:xfrm>
              <a:off x="4740209" y="2885567"/>
              <a:ext cx="216277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74820FA4-444D-76DD-87B7-73135516DEA3}"/>
                </a:ext>
              </a:extLst>
            </p:cNvPr>
            <p:cNvSpPr txBox="1"/>
            <p:nvPr/>
          </p:nvSpPr>
          <p:spPr>
            <a:xfrm>
              <a:off x="6902985" y="2700901"/>
              <a:ext cx="60655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>
                  <a:solidFill>
                    <a:schemeClr val="bg1"/>
                  </a:solidFill>
                  <a:effectLst>
                    <a:outerShdw blurRad="50800" dist="38100" dir="2700000" algn="br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VS</a:t>
              </a:r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C0F7FD2F-7CE7-4118-2352-AE61F40F1D83}"/>
                </a:ext>
              </a:extLst>
            </p:cNvPr>
            <p:cNvSpPr txBox="1"/>
            <p:nvPr/>
          </p:nvSpPr>
          <p:spPr>
            <a:xfrm>
              <a:off x="5449097" y="2932740"/>
              <a:ext cx="3514334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4000" dirty="0">
                  <a:solidFill>
                    <a:schemeClr val="bg1"/>
                  </a:solidFill>
                  <a:effectLst>
                    <a:outerShdw blurRad="50800" dist="38100" dir="2700000" algn="br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JUVENTUS</a:t>
              </a:r>
            </a:p>
          </p:txBody>
        </p:sp>
        <p:cxnSp>
          <p:nvCxnSpPr>
            <p:cNvPr id="41" name="Connettore 1 40">
              <a:extLst>
                <a:ext uri="{FF2B5EF4-FFF2-40B4-BE49-F238E27FC236}">
                  <a16:creationId xmlns:a16="http://schemas.microsoft.com/office/drawing/2014/main" id="{991C408D-6ACF-35AA-95B2-76E806D9FD12}"/>
                </a:ext>
              </a:extLst>
            </p:cNvPr>
            <p:cNvCxnSpPr>
              <a:cxnSpLocks/>
            </p:cNvCxnSpPr>
            <p:nvPr/>
          </p:nvCxnSpPr>
          <p:spPr>
            <a:xfrm>
              <a:off x="4732117" y="3543849"/>
              <a:ext cx="658691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Google Shape;130;p18">
              <a:extLst>
                <a:ext uri="{FF2B5EF4-FFF2-40B4-BE49-F238E27FC236}">
                  <a16:creationId xmlns:a16="http://schemas.microsoft.com/office/drawing/2014/main" id="{855809CA-6DD4-41C7-A74C-0B2C12110CD5}"/>
                </a:ext>
              </a:extLst>
            </p:cNvPr>
            <p:cNvSpPr txBox="1"/>
            <p:nvPr/>
          </p:nvSpPr>
          <p:spPr>
            <a:xfrm>
              <a:off x="4911480" y="-19349"/>
              <a:ext cx="45720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6" tIns="45700" rIns="91426" bIns="45700" anchor="t" anchorCtr="0">
              <a:noAutofit/>
            </a:bodyPr>
            <a:lstStyle/>
            <a:p>
              <a:pPr algn="ctr">
                <a:lnSpc>
                  <a:spcPct val="115000"/>
                </a:lnSpc>
                <a:buSzPts val="1100"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Stadio – Città – Paese</a:t>
              </a:r>
            </a:p>
            <a:p>
              <a:pPr marL="0" marR="0" lvl="0" indent="0" algn="ctr" defTabSz="995507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GG Mese 2026 – HH:MM</a:t>
              </a:r>
            </a:p>
            <a:p>
              <a:pPr marL="0" marR="0" lvl="0" indent="0" algn="ctr" defTabSz="995507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Serie A 2026/27 – Xª giornata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5A5AA5-0D32-520A-D8E4-6B249303D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2121540" y="1487702"/>
            <a:ext cx="936000" cy="9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82C91-5F09-4AD2-5DD7-43B03889E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5" t="883" r="28212" b="-883"/>
          <a:stretch>
            <a:fillRect/>
          </a:stretch>
        </p:blipFill>
        <p:spPr bwMode="auto">
          <a:xfrm>
            <a:off x="4968667" y="-143824"/>
            <a:ext cx="4230236" cy="5431148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67B2EEC-47E9-8724-7B7F-6119730E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2417221" y="4566783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26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DA529-870E-D52C-7F3A-08F7F5BD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o 13">
            <a:extLst>
              <a:ext uri="{FF2B5EF4-FFF2-40B4-BE49-F238E27FC236}">
                <a16:creationId xmlns:a16="http://schemas.microsoft.com/office/drawing/2014/main" id="{3E81A79B-9D20-9371-1BB9-60B8F3D3CF84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9D40C5A6-4368-5259-D653-4D2C421FA3E8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6D92E900-0B94-5C6C-A2A3-718B5B414D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1752000E-C1A7-363D-F0E7-0D4DF7E6F5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2316394F-8E65-F264-43F2-A8B9037D7D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43BC0730-BB8E-EDB6-30EF-45D792BA66A5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64B9E5CF-02B0-0F05-66E3-689B60883DC1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0792F01A-F28F-2A6F-D5CE-36BF3E7EBD6A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30" name="Immagine 29">
            <a:extLst>
              <a:ext uri="{FF2B5EF4-FFF2-40B4-BE49-F238E27FC236}">
                <a16:creationId xmlns:a16="http://schemas.microsoft.com/office/drawing/2014/main" id="{F8186B12-2311-123A-B06E-1F6E712D76BC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153F81F7-B363-F3C7-1588-8ED54EB5E9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038C93A9-C029-11B5-E1D5-178DBDCE1AA5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C819908A-FE42-A4BB-A906-9CAE204C1538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7C722E50-9C74-4C26-CB68-1BDD1E62CF68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408B5460-125D-6F35-B0A5-8DF213A3E7AB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AA818435-964C-6215-1BCF-FFDF55CA03CA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7F99DDE6-B8A0-356A-47ED-91B3E78BB285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771D7541-44D6-6AD5-FAF4-853ACD86BB40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JUVENTUS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739FB61E-B3A9-19F7-0B28-DD7E839F29BA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3-5-2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F5A28539-AD00-3769-F60D-3801AAF0ACE5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EB8B920B-E949-37D2-7F5D-86B651476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4050AD1-978E-057B-380B-384ABFADE29D}"/>
              </a:ext>
            </a:extLst>
          </p:cNvPr>
          <p:cNvSpPr txBox="1"/>
          <p:nvPr/>
        </p:nvSpPr>
        <p:spPr>
          <a:xfrm>
            <a:off x="4184240" y="380345"/>
            <a:ext cx="32004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286A0E66-6F3A-95A6-112D-37FBAAD15CF5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8DB72C4C-A37D-EAA5-E153-0A5F13D75D5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CF7327D8-BE61-7A0E-4ED1-A8898BF727D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PERIN 188 Cm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A69859A3-4816-A50F-E74C-5B723BE79F8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EB1DB743-C9DF-11CF-D2B6-10395712642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9B675429-C647-69C5-2CBA-09FD97B87D0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0CD89534-6BD4-6658-1CC6-490087E68E4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734F0124-572A-DEA5-9ADF-D07F15B04A5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305588AC-03A3-550F-4E5B-F3F456EF2AF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75CC4FEA-AC85-90D3-5728-5FB04A5A1080}"/>
              </a:ext>
            </a:extLst>
          </p:cNvPr>
          <p:cNvGrpSpPr/>
          <p:nvPr/>
        </p:nvGrpSpPr>
        <p:grpSpPr>
          <a:xfrm>
            <a:off x="5525515" y="1794324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9B5373F2-25A4-B09C-C147-3ADC14A04FF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6D1A9C4F-9608-8B91-5C9C-EDD0B53794D4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KALULU 182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8BBEBC06-AE5D-7DC0-7322-8AC2234ED37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529D5C4F-06F9-F767-C5D0-F9E27C707AD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25CE87E4-B0AF-1EC8-06BF-8799C5E91D7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09FEF567-1294-A46D-F69F-36820097CDA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E2DE2888-C099-FB46-62A4-010051C0B8B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061C3AB8-13EB-8B15-AD12-BA41901F614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F5B829F9-370D-CB69-F2A9-749B0AD4A8BA}"/>
              </a:ext>
            </a:extLst>
          </p:cNvPr>
          <p:cNvGrpSpPr/>
          <p:nvPr/>
        </p:nvGrpSpPr>
        <p:grpSpPr>
          <a:xfrm>
            <a:off x="1095332" y="2671318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24A4158F-D5D4-FB8F-F17F-73F7DCA654F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C92E5B00-6862-A826-9B8C-915E89FF5715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CAMBIASO 182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F9DB1814-1A48-B05A-B2C0-36A48E0DF5C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C27C04A0-02EA-EC6D-3BCA-DDA3A228C6E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5D3958E3-85DB-67AF-9981-35512D7409D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964F04FC-6F20-EC7E-33F8-81460343BD3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1D60C562-4A65-453D-92E3-1EBC5296160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DD69DD86-41B5-C615-78E1-39A7654F790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D/</a:t>
                </a:r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A885708D-DA4A-3079-B19B-1A72BFFEC477}"/>
              </a:ext>
            </a:extLst>
          </p:cNvPr>
          <p:cNvGrpSpPr/>
          <p:nvPr/>
        </p:nvGrpSpPr>
        <p:grpSpPr>
          <a:xfrm>
            <a:off x="2223894" y="1788510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7109FA34-3A30-7C76-835E-FE04F8F004B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73CDA243-F110-05B0-FEE0-0552DD7740A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GATTI 190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C9634B19-F1F4-2748-4FBB-C070F787A5E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63416F54-D595-5B96-25F7-4BA3761F7EA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3F7A8E84-D196-BEBF-83C6-ABFEDE560B8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3984A24A-12F3-3D81-08DD-5EAF623A92A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C0819FCE-56D7-10F3-BDA7-0738F20EFDD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626769B4-C230-1BE9-83C8-89DBC7DAD3E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A63E0D50-F947-4A47-AAFC-24568E317747}"/>
              </a:ext>
            </a:extLst>
          </p:cNvPr>
          <p:cNvGrpSpPr/>
          <p:nvPr/>
        </p:nvGrpSpPr>
        <p:grpSpPr>
          <a:xfrm>
            <a:off x="2223894" y="1982578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18711132-D2F2-9D4F-4C06-4D2C946D5B8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BE10CA92-8A3D-B2E8-6506-BDBC4B56832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RUGANI 190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E9D7D783-73DF-208E-5C9B-3AE46A91C24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551E54EB-1959-5A78-094D-3712B000A9B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E31FE82A-CC8E-ADB0-58FA-F105C8B793A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A9C83E9A-7566-82C5-BAB9-93AB94653F3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39880E43-8898-7D3D-06FD-2617A00A652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ED34DEBF-4397-A9F4-4EEA-011A29DED50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BB489649-D516-EDD8-3CE6-6A1E98D9E1CE}"/>
              </a:ext>
            </a:extLst>
          </p:cNvPr>
          <p:cNvGrpSpPr/>
          <p:nvPr/>
        </p:nvGrpSpPr>
        <p:grpSpPr>
          <a:xfrm>
            <a:off x="3847679" y="1793510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4102F9CE-4B01-7120-2808-164528550B5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AB76FABC-E738-7440-9C9A-F0782225218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BREMER 188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0E84DEF2-28B5-FD02-F065-4C323649F19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5BD59020-1D8F-369F-5CAD-B9B4C712682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B5FB8C4D-BA2B-5376-AC84-FF88A38DFDD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FA7DBF8C-A06C-EE04-031C-D466C54BE9D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282B85A2-1221-644E-A296-F322CDDACC6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2A8C0B45-FBED-D2AF-53B7-47414EE925D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5B967E41-8877-5E48-DB1F-3B6604F33BB9}"/>
              </a:ext>
            </a:extLst>
          </p:cNvPr>
          <p:cNvGrpSpPr/>
          <p:nvPr/>
        </p:nvGrpSpPr>
        <p:grpSpPr>
          <a:xfrm>
            <a:off x="3847679" y="1986702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742B4208-89BF-0423-57DA-C19B1AE4BF4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8EA670E1-F3C4-52DA-ED3C-38376878ECC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ADŽIĆ 185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4B11DE9E-EA44-89CA-B765-91014F17E96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9522A427-4FEE-D449-5C69-C99DB0ECFA1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083B9784-5C26-4D08-42F9-347F155BF7D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3711B24E-C445-247F-38A8-C30BD56C5F6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A3C80BB9-D8AD-F64F-EFDD-D6F34CE73DC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133F0EA0-31DA-2E3B-46AC-0DBDC793CF4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2B532876-F93B-83C2-0417-87CB91B4A852}"/>
              </a:ext>
            </a:extLst>
          </p:cNvPr>
          <p:cNvGrpSpPr/>
          <p:nvPr/>
        </p:nvGrpSpPr>
        <p:grpSpPr>
          <a:xfrm>
            <a:off x="2961674" y="4448114"/>
            <a:ext cx="1460066" cy="220379"/>
            <a:chOff x="3923267" y="734293"/>
            <a:chExt cx="1460066" cy="220379"/>
          </a:xfrm>
        </p:grpSpPr>
        <p:sp>
          <p:nvSpPr>
            <p:cNvPr id="95" name="Rettangolo con due angoli in diagonale arrotondati 94">
              <a:extLst>
                <a:ext uri="{FF2B5EF4-FFF2-40B4-BE49-F238E27FC236}">
                  <a16:creationId xmlns:a16="http://schemas.microsoft.com/office/drawing/2014/main" id="{3A81CD5A-9813-3F39-1F8D-19014E2E5E6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96" name="CasellaDiTesto 95">
              <a:extLst>
                <a:ext uri="{FF2B5EF4-FFF2-40B4-BE49-F238E27FC236}">
                  <a16:creationId xmlns:a16="http://schemas.microsoft.com/office/drawing/2014/main" id="{66849BCB-FCEE-6FB8-FA0C-FA4F6B2801B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YILDIZ 187 Cm</a:t>
              </a:r>
            </a:p>
          </p:txBody>
        </p:sp>
        <p:grpSp>
          <p:nvGrpSpPr>
            <p:cNvPr id="97" name="Gruppo 96">
              <a:extLst>
                <a:ext uri="{FF2B5EF4-FFF2-40B4-BE49-F238E27FC236}">
                  <a16:creationId xmlns:a16="http://schemas.microsoft.com/office/drawing/2014/main" id="{944AC16A-A974-078E-9A47-A73D7B39690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01" name="Ovale 100">
                <a:extLst>
                  <a:ext uri="{FF2B5EF4-FFF2-40B4-BE49-F238E27FC236}">
                    <a16:creationId xmlns:a16="http://schemas.microsoft.com/office/drawing/2014/main" id="{FFC0549C-CEE3-616A-BCA8-73F00E73566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2" name="CasellaDiTesto 101">
                <a:extLst>
                  <a:ext uri="{FF2B5EF4-FFF2-40B4-BE49-F238E27FC236}">
                    <a16:creationId xmlns:a16="http://schemas.microsoft.com/office/drawing/2014/main" id="{DA7CE7F2-5204-47EC-3646-25BE51077A3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98" name="Gruppo 97">
              <a:extLst>
                <a:ext uri="{FF2B5EF4-FFF2-40B4-BE49-F238E27FC236}">
                  <a16:creationId xmlns:a16="http://schemas.microsoft.com/office/drawing/2014/main" id="{99D0947B-5308-A851-35F5-08179D81407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9" name="Ovale 98">
                <a:extLst>
                  <a:ext uri="{FF2B5EF4-FFF2-40B4-BE49-F238E27FC236}">
                    <a16:creationId xmlns:a16="http://schemas.microsoft.com/office/drawing/2014/main" id="{4F9708EA-D2E1-143E-F77A-8D54B9613FB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0" name="CasellaDiTesto 99">
                <a:extLst>
                  <a:ext uri="{FF2B5EF4-FFF2-40B4-BE49-F238E27FC236}">
                    <a16:creationId xmlns:a16="http://schemas.microsoft.com/office/drawing/2014/main" id="{A3D1F5A4-9763-CA85-0DEE-277404E16F3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D/</a:t>
                </a:r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807B1E55-4804-CCBD-3B56-16585C447DB6}"/>
              </a:ext>
            </a:extLst>
          </p:cNvPr>
          <p:cNvGrpSpPr/>
          <p:nvPr/>
        </p:nvGrpSpPr>
        <p:grpSpPr>
          <a:xfrm>
            <a:off x="2961674" y="4644256"/>
            <a:ext cx="1460066" cy="222843"/>
            <a:chOff x="3923267" y="734293"/>
            <a:chExt cx="1460066" cy="222843"/>
          </a:xfrm>
        </p:grpSpPr>
        <p:sp>
          <p:nvSpPr>
            <p:cNvPr id="104" name="Rettangolo con due angoli in diagonale arrotondati 103">
              <a:extLst>
                <a:ext uri="{FF2B5EF4-FFF2-40B4-BE49-F238E27FC236}">
                  <a16:creationId xmlns:a16="http://schemas.microsoft.com/office/drawing/2014/main" id="{D43B5E01-1EF2-FDDE-5696-A8298B043AF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05" name="CasellaDiTesto 104">
              <a:extLst>
                <a:ext uri="{FF2B5EF4-FFF2-40B4-BE49-F238E27FC236}">
                  <a16:creationId xmlns:a16="http://schemas.microsoft.com/office/drawing/2014/main" id="{4BC1E315-4DEB-DED3-952D-DABC72D1822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CONCEIÇÃO 170 Cm</a:t>
              </a:r>
            </a:p>
          </p:txBody>
        </p:sp>
        <p:grpSp>
          <p:nvGrpSpPr>
            <p:cNvPr id="106" name="Gruppo 105">
              <a:extLst>
                <a:ext uri="{FF2B5EF4-FFF2-40B4-BE49-F238E27FC236}">
                  <a16:creationId xmlns:a16="http://schemas.microsoft.com/office/drawing/2014/main" id="{FCDF4BC4-C98F-16C3-CB54-38E5012F873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0" name="Ovale 109">
                <a:extLst>
                  <a:ext uri="{FF2B5EF4-FFF2-40B4-BE49-F238E27FC236}">
                    <a16:creationId xmlns:a16="http://schemas.microsoft.com/office/drawing/2014/main" id="{66E233CE-A4B4-E819-194B-B926465F367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1" name="CasellaDiTesto 110">
                <a:extLst>
                  <a:ext uri="{FF2B5EF4-FFF2-40B4-BE49-F238E27FC236}">
                    <a16:creationId xmlns:a16="http://schemas.microsoft.com/office/drawing/2014/main" id="{91DF416F-66C9-1C43-15CE-3A2C6239E51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7</a:t>
                </a:r>
              </a:p>
            </p:txBody>
          </p:sp>
        </p:grpSp>
        <p:grpSp>
          <p:nvGrpSpPr>
            <p:cNvPr id="107" name="Gruppo 106">
              <a:extLst>
                <a:ext uri="{FF2B5EF4-FFF2-40B4-BE49-F238E27FC236}">
                  <a16:creationId xmlns:a16="http://schemas.microsoft.com/office/drawing/2014/main" id="{54CAC105-2A4A-0BCC-42F0-15A1F004BA5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08" name="Ovale 107">
                <a:extLst>
                  <a:ext uri="{FF2B5EF4-FFF2-40B4-BE49-F238E27FC236}">
                    <a16:creationId xmlns:a16="http://schemas.microsoft.com/office/drawing/2014/main" id="{A44328E5-57ED-2D1B-F243-F0337A830A3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9" name="CasellaDiTesto 108">
                <a:extLst>
                  <a:ext uri="{FF2B5EF4-FFF2-40B4-BE49-F238E27FC236}">
                    <a16:creationId xmlns:a16="http://schemas.microsoft.com/office/drawing/2014/main" id="{E63025B3-B1C5-DBE3-60F7-B972DD50EE0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4B25BC81-5E8A-0975-5CD9-105146C86E0A}"/>
              </a:ext>
            </a:extLst>
          </p:cNvPr>
          <p:cNvGrpSpPr/>
          <p:nvPr/>
        </p:nvGrpSpPr>
        <p:grpSpPr>
          <a:xfrm>
            <a:off x="5290764" y="3321187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5D2EE7EF-7DFC-1F77-50A3-1CA276DA794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5EC24518-A601-AA51-3461-1B2B311D2E85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KOOPMEINERS 184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8829CC6D-6722-657C-ECAD-0AF92304EE8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F170DDFD-BDB9-AC20-BF8E-8E002370731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88616297-EBCE-403F-13FC-0A433465CFF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8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BB6366B2-F449-C6D2-FF94-C6D039587EC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7AC21B80-4845-9C35-6905-11830303C1A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D764174E-0491-EC71-42AB-90F4A21BA86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3E4EF160-74B6-C319-CC47-8A8042CEA795}"/>
              </a:ext>
            </a:extLst>
          </p:cNvPr>
          <p:cNvGrpSpPr/>
          <p:nvPr/>
        </p:nvGrpSpPr>
        <p:grpSpPr>
          <a:xfrm>
            <a:off x="2309044" y="3320738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4525C182-1508-9F9E-BB1A-144DA529C82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441C9406-A60A-1B43-E70A-08C99394C42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THURAM 192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02BE03F1-6099-6C78-B129-947B37B6951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BA82C348-DF15-EA56-167F-7134830672C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943D5B7F-6332-AEAF-4043-428C44D0C9C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19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D830DDAF-4C2A-4A4C-3D72-FC3E8B2157A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A93FF683-4B62-366A-15D9-6CCB02D88E2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CFD0408F-97C1-0607-6A5A-97DA098A632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AA5F25D7-1ED2-2D34-3E36-6A3C3B5C461C}"/>
              </a:ext>
            </a:extLst>
          </p:cNvPr>
          <p:cNvGrpSpPr/>
          <p:nvPr/>
        </p:nvGrpSpPr>
        <p:grpSpPr>
          <a:xfrm>
            <a:off x="6544786" y="2647798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61525D4F-455C-6454-5770-D4C7B7237E4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30206B31-7AD5-E965-3905-9A957A2DF76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CABAL 186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52B5BDE1-25B8-7FBB-DEE8-4C1CE41FAAB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B6E4C768-4EA7-F281-598E-473E4F8A497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18818971-42DE-DA62-04CF-DBCED91EB67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06975564-44AC-60F2-71FB-0DFD1E1F536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4EAC6214-A7A8-B472-7CB5-81674400CC1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F8E3F9A6-19BF-B7D4-45C3-B27BD52741F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D9230DF6-AB42-97E5-B133-2931FCBA86A6}"/>
              </a:ext>
            </a:extLst>
          </p:cNvPr>
          <p:cNvGrpSpPr/>
          <p:nvPr/>
        </p:nvGrpSpPr>
        <p:grpSpPr>
          <a:xfrm>
            <a:off x="1095332" y="2872510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B4415256-7296-C746-9F7C-ED360589A07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9D1DF0D9-1DE1-B86F-01E2-25BC3B5CD99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KOSTIĆ 184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288FF62C-A32D-4E59-67FF-344212875ED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0FF42D5C-2311-EA25-6FDE-4742227F23E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C1025AE9-1684-851B-F38A-FF859E64D5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700A0C2E-2165-49E3-848B-6544BC0C92E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ED84EBB0-EE10-AFAD-582C-6CAFA3649CC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7CB55199-8799-86C3-0988-3217788CBB9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57" name="Gruppo 156">
            <a:extLst>
              <a:ext uri="{FF2B5EF4-FFF2-40B4-BE49-F238E27FC236}">
                <a16:creationId xmlns:a16="http://schemas.microsoft.com/office/drawing/2014/main" id="{389E0B7E-A4E6-5D6C-C46A-AD5D54118BE9}"/>
              </a:ext>
            </a:extLst>
          </p:cNvPr>
          <p:cNvGrpSpPr/>
          <p:nvPr/>
        </p:nvGrpSpPr>
        <p:grpSpPr>
          <a:xfrm>
            <a:off x="4724724" y="4446942"/>
            <a:ext cx="1460066" cy="220379"/>
            <a:chOff x="3923267" y="734293"/>
            <a:chExt cx="1460066" cy="220379"/>
          </a:xfrm>
        </p:grpSpPr>
        <p:sp>
          <p:nvSpPr>
            <p:cNvPr id="158" name="Rettangolo con due angoli in diagonale arrotondati 157">
              <a:extLst>
                <a:ext uri="{FF2B5EF4-FFF2-40B4-BE49-F238E27FC236}">
                  <a16:creationId xmlns:a16="http://schemas.microsoft.com/office/drawing/2014/main" id="{E9C47F3C-D38A-7A89-0DDC-E769E8B4922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479EFDF2-0F2A-9974-B97C-02CDBF0EA6E9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VLAHOVIĆ 190 Cm</a:t>
              </a:r>
            </a:p>
          </p:txBody>
        </p:sp>
        <p:grpSp>
          <p:nvGrpSpPr>
            <p:cNvPr id="160" name="Gruppo 159">
              <a:extLst>
                <a:ext uri="{FF2B5EF4-FFF2-40B4-BE49-F238E27FC236}">
                  <a16:creationId xmlns:a16="http://schemas.microsoft.com/office/drawing/2014/main" id="{F7D4FEEF-7EB4-C42A-A24F-9515DB95374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64" name="Ovale 163">
                <a:extLst>
                  <a:ext uri="{FF2B5EF4-FFF2-40B4-BE49-F238E27FC236}">
                    <a16:creationId xmlns:a16="http://schemas.microsoft.com/office/drawing/2014/main" id="{63D8AC5C-B1EF-84BC-5D73-D167C951FE0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5" name="CasellaDiTesto 164">
                <a:extLst>
                  <a:ext uri="{FF2B5EF4-FFF2-40B4-BE49-F238E27FC236}">
                    <a16:creationId xmlns:a16="http://schemas.microsoft.com/office/drawing/2014/main" id="{D388F352-85E9-E41F-D2F7-8E4E872A55D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9</a:t>
                </a:r>
              </a:p>
            </p:txBody>
          </p:sp>
        </p:grpSp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A80D2BC2-E082-835A-561C-8B96C2CD6F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62" name="Ovale 161">
                <a:extLst>
                  <a:ext uri="{FF2B5EF4-FFF2-40B4-BE49-F238E27FC236}">
                    <a16:creationId xmlns:a16="http://schemas.microsoft.com/office/drawing/2014/main" id="{26E16EDC-ED32-C952-E943-19574043449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3" name="CasellaDiTesto 162">
                <a:extLst>
                  <a:ext uri="{FF2B5EF4-FFF2-40B4-BE49-F238E27FC236}">
                    <a16:creationId xmlns:a16="http://schemas.microsoft.com/office/drawing/2014/main" id="{5D5E94E9-CEE7-31E7-0539-B81762CAB6F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C40CAC81-0422-8B2C-4FD6-78A8340B3EDD}"/>
              </a:ext>
            </a:extLst>
          </p:cNvPr>
          <p:cNvGrpSpPr/>
          <p:nvPr/>
        </p:nvGrpSpPr>
        <p:grpSpPr>
          <a:xfrm>
            <a:off x="5290764" y="3520753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85C6DDB1-7DB6-076C-C8FA-D85DB5DDF8A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E77B4928-D54C-2E83-9AC0-B149196ECE2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MCKENNIE 185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34778D07-82C3-FDE3-F9F9-6469961324D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5C0D978C-23BB-C282-CCDF-8A3BAE0D054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5B4A3FAA-BE59-5BC4-8680-422E26583CA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22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6134B4EF-DB82-8000-4C1B-0E5EC96929E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CF70584D-ACB7-A5F8-4348-C8664DF1CA4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A114044D-B7CA-7B47-EF6A-89A5DEFED46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84" name="Gruppo 183">
            <a:extLst>
              <a:ext uri="{FF2B5EF4-FFF2-40B4-BE49-F238E27FC236}">
                <a16:creationId xmlns:a16="http://schemas.microsoft.com/office/drawing/2014/main" id="{89D40087-81A7-2CAC-74E9-9DD113D2B373}"/>
              </a:ext>
            </a:extLst>
          </p:cNvPr>
          <p:cNvGrpSpPr/>
          <p:nvPr/>
        </p:nvGrpSpPr>
        <p:grpSpPr>
          <a:xfrm>
            <a:off x="4724724" y="4640216"/>
            <a:ext cx="1460066" cy="222843"/>
            <a:chOff x="3923267" y="734293"/>
            <a:chExt cx="1460066" cy="222843"/>
          </a:xfrm>
        </p:grpSpPr>
        <p:sp>
          <p:nvSpPr>
            <p:cNvPr id="185" name="Rettangolo con due angoli in diagonale arrotondati 184">
              <a:extLst>
                <a:ext uri="{FF2B5EF4-FFF2-40B4-BE49-F238E27FC236}">
                  <a16:creationId xmlns:a16="http://schemas.microsoft.com/office/drawing/2014/main" id="{2F76E197-F994-6156-8926-08467B50401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86" name="CasellaDiTesto 185">
              <a:extLst>
                <a:ext uri="{FF2B5EF4-FFF2-40B4-BE49-F238E27FC236}">
                  <a16:creationId xmlns:a16="http://schemas.microsoft.com/office/drawing/2014/main" id="{1E32F5E8-79E0-B230-0E64-64708F5CD14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DAVID 178 Cm</a:t>
              </a:r>
            </a:p>
          </p:txBody>
        </p:sp>
        <p:grpSp>
          <p:nvGrpSpPr>
            <p:cNvPr id="187" name="Gruppo 186">
              <a:extLst>
                <a:ext uri="{FF2B5EF4-FFF2-40B4-BE49-F238E27FC236}">
                  <a16:creationId xmlns:a16="http://schemas.microsoft.com/office/drawing/2014/main" id="{9455510A-049D-8C29-2C4A-96B1FD70F97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91" name="Ovale 190">
                <a:extLst>
                  <a:ext uri="{FF2B5EF4-FFF2-40B4-BE49-F238E27FC236}">
                    <a16:creationId xmlns:a16="http://schemas.microsoft.com/office/drawing/2014/main" id="{B00434BB-57EA-1DB9-D3E2-13C23EDDE40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2" name="CasellaDiTesto 191">
                <a:extLst>
                  <a:ext uri="{FF2B5EF4-FFF2-40B4-BE49-F238E27FC236}">
                    <a16:creationId xmlns:a16="http://schemas.microsoft.com/office/drawing/2014/main" id="{FB3C057F-AE51-E2B0-D743-57E13B50869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188" name="Gruppo 187">
              <a:extLst>
                <a:ext uri="{FF2B5EF4-FFF2-40B4-BE49-F238E27FC236}">
                  <a16:creationId xmlns:a16="http://schemas.microsoft.com/office/drawing/2014/main" id="{8912687B-8010-2464-0EFD-7654600A234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9" name="Ovale 188">
                <a:extLst>
                  <a:ext uri="{FF2B5EF4-FFF2-40B4-BE49-F238E27FC236}">
                    <a16:creationId xmlns:a16="http://schemas.microsoft.com/office/drawing/2014/main" id="{00DCD9E2-F65D-5B04-68FC-CFE2327FAB3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0" name="CasellaDiTesto 189">
                <a:extLst>
                  <a:ext uri="{FF2B5EF4-FFF2-40B4-BE49-F238E27FC236}">
                    <a16:creationId xmlns:a16="http://schemas.microsoft.com/office/drawing/2014/main" id="{70467CD5-C7A8-A64C-B51E-C699EEB2DE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D/</a:t>
                </a:r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FF869628-87CA-8EA8-81CA-DBC351E59CA0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0CCA45EA-F6AD-1AB2-B1FA-10F0DE40433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3A1638EC-08EE-187A-AA43-0DBAEF4116D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2A6CFFE7-CD2C-89FA-3381-3947127E465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69C6ACDB-2232-249D-0DD7-6AA7F04C505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9F9ACF55-54D3-F9E1-8C41-85B6D423B90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95DA50E9-0DDE-E2E0-63B7-64180FB7469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137BF436-049E-375F-5650-00F0A2E7504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79361AF7-45D7-16CB-94EE-304D215EE23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4564853F-DBF0-D647-1E2B-4FE0F525E242}"/>
              </a:ext>
            </a:extLst>
          </p:cNvPr>
          <p:cNvGrpSpPr/>
          <p:nvPr/>
        </p:nvGrpSpPr>
        <p:grpSpPr>
          <a:xfrm>
            <a:off x="6544786" y="2842276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611A111D-61B2-7904-DA49-B4FBE193EEB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9D5E4336-5B64-FEBE-FC53-8CA252F18AB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HOLM 191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B6444C17-654E-073D-5607-80E43191992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ED2ED526-0D79-E35E-AFC6-0B02AAD3348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19B565E2-045D-58BC-65AC-1F4D75BE7B8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0B9EF3DF-B239-0CAA-56F4-9DC6CA43CBB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23354E20-6089-A95E-94DF-C10B864FA42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2395938B-C63F-3C97-C73F-F5B716C6293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6872D53E-B047-A567-6FEC-C62E968DC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/>
          <a:srcRect/>
          <a:stretch/>
        </p:blipFill>
        <p:spPr bwMode="auto">
          <a:xfrm>
            <a:off x="1401765" y="13914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032E3C87-883E-F7C4-745A-8A3472FE004A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5414809C-D076-7DFE-8555-929B11748D3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FAFF30E9-8BA4-E71D-A161-61BAF1B3BA0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DI GREGORIO 187 Cm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56C32D71-F8FD-2F96-34D8-BFB48E1D627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FEB34527-0AF7-85CC-34E2-D78374690A9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E9133608-C194-BE95-959D-B2EE319F9D1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1824EC72-BA35-A6AE-FBA5-990DAB4312E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F16E05D1-AB15-1136-CC2D-CCD27AE1055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D2615816-0ED1-2B3D-BEAF-201724A5BC0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2F4FBE44-40B7-0F5C-BC2A-19FAA5EBC6FD}"/>
              </a:ext>
            </a:extLst>
          </p:cNvPr>
          <p:cNvGrpSpPr/>
          <p:nvPr/>
        </p:nvGrpSpPr>
        <p:grpSpPr>
          <a:xfrm>
            <a:off x="5525515" y="1984232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E0B9C543-9BFD-5403-E449-222ACE91B21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441A5E05-6A86-B6EC-467E-04907DEEF05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KELLY 189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66CF5CDB-BBC6-334D-F280-78465BFF2D1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1133DB92-9983-5F76-C737-A71DFB1D02C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40CAE22E-9F25-5F4B-5770-71E85C5B82D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63BD7961-3390-FEED-A0E3-46034682BD4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5D0F6202-7684-2775-A8CB-ED92B5008E6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5E79AFBE-3697-2884-30F9-5F49A31FCD0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D728D08E-84F2-E32C-6818-64BD5DE1EDEF}"/>
              </a:ext>
            </a:extLst>
          </p:cNvPr>
          <p:cNvGrpSpPr/>
          <p:nvPr/>
        </p:nvGrpSpPr>
        <p:grpSpPr>
          <a:xfrm>
            <a:off x="2309044" y="3520454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4DCBB03C-37BB-D2AC-3B86-B6620CABC4D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3EFF93E4-CC9E-EDCC-FE6D-D1C71E8318D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MIRETTI 180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24366920-EEA7-8F76-8884-EAE431B3F7D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2BB83072-5E11-AD0F-8042-00BA80DB9FB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4D86090C-E651-A5BB-988E-71C26B17CCD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21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AA54364E-E4F0-2DB5-D17F-97B24D67C05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AF51D97A-B95D-2A13-7EBA-DF16494ADC7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D828F594-5136-DFA2-C87A-D591E3594D1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9" name="Gruppo 238">
            <a:extLst>
              <a:ext uri="{FF2B5EF4-FFF2-40B4-BE49-F238E27FC236}">
                <a16:creationId xmlns:a16="http://schemas.microsoft.com/office/drawing/2014/main" id="{13A27BDD-F9E1-2626-82AE-7EB98E2B9EBC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40" name="Rettangolo con due angoli in diagonale arrotondati 239">
              <a:extLst>
                <a:ext uri="{FF2B5EF4-FFF2-40B4-BE49-F238E27FC236}">
                  <a16:creationId xmlns:a16="http://schemas.microsoft.com/office/drawing/2014/main" id="{87D75F65-7062-486F-5AEC-4CA554595B9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41" name="CasellaDiTesto 240">
              <a:extLst>
                <a:ext uri="{FF2B5EF4-FFF2-40B4-BE49-F238E27FC236}">
                  <a16:creationId xmlns:a16="http://schemas.microsoft.com/office/drawing/2014/main" id="{DF4F2B45-554F-B9EB-F2F9-0E4CEB4F43D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242" name="Gruppo 241">
              <a:extLst>
                <a:ext uri="{FF2B5EF4-FFF2-40B4-BE49-F238E27FC236}">
                  <a16:creationId xmlns:a16="http://schemas.microsoft.com/office/drawing/2014/main" id="{F64E3974-F011-43CE-9F86-7684EAD54F3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46" name="Ovale 245">
                <a:extLst>
                  <a:ext uri="{FF2B5EF4-FFF2-40B4-BE49-F238E27FC236}">
                    <a16:creationId xmlns:a16="http://schemas.microsoft.com/office/drawing/2014/main" id="{7B6DB0A9-6E1D-6BCB-B3FB-A4EFE51ED66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47" name="CasellaDiTesto 246">
                <a:extLst>
                  <a:ext uri="{FF2B5EF4-FFF2-40B4-BE49-F238E27FC236}">
                    <a16:creationId xmlns:a16="http://schemas.microsoft.com/office/drawing/2014/main" id="{884E635B-F6C1-6417-4A92-A46A80114F7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243" name="Gruppo 242">
              <a:extLst>
                <a:ext uri="{FF2B5EF4-FFF2-40B4-BE49-F238E27FC236}">
                  <a16:creationId xmlns:a16="http://schemas.microsoft.com/office/drawing/2014/main" id="{062D8C94-FAD7-5EA3-EF5C-C696D699EE3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44" name="Ovale 243">
                <a:extLst>
                  <a:ext uri="{FF2B5EF4-FFF2-40B4-BE49-F238E27FC236}">
                    <a16:creationId xmlns:a16="http://schemas.microsoft.com/office/drawing/2014/main" id="{3FB0B559-452E-2F5C-D48C-9C88DB35A6A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45" name="CasellaDiTesto 244">
                <a:extLst>
                  <a:ext uri="{FF2B5EF4-FFF2-40B4-BE49-F238E27FC236}">
                    <a16:creationId xmlns:a16="http://schemas.microsoft.com/office/drawing/2014/main" id="{DE1D7A17-70A8-1C85-55D0-31595C6C7B3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2C6B4DC6-CABD-F6CB-97E4-4C45D4FA6010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5A87FF34-1ED5-3D49-99E2-B7CEFD8FA70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011C4D5A-EC15-B4A9-D2B0-8DCC2C3F4A9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54F100DC-67EC-2D20-4C69-1EBB0C691B8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70CDFD80-B5EC-902A-5E89-82189F04BA2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E4B54094-0009-27D2-E2D0-2833F6733B7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AF988FB1-F7D4-DB19-BF39-B35C77A5D64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7290056A-3981-A614-E120-B03252F812D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EEFB1AB6-9DAB-2FA7-281B-DBEA6F52119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29B3EC81-942C-910A-CCC8-F18D26481F51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4946391A-D368-DBE3-453A-6811D005B8E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6CF9E095-9248-9F5E-5036-7A55C50763C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53036195-F860-A709-DF85-8350454955E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1A94FA5F-46A6-4980-41AB-0FE6943040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182F33BD-0523-79D6-AE67-549718A6E19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CC6FFE7D-AF4D-F6C8-5707-090F1961068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9C932EC1-691F-1FA9-1952-3BD50DECF39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6433B043-E604-4738-4CAB-FF32C90F65A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327DA9E7-89F5-50C5-9E7F-423D278C9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88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B89D577C-E8DD-B4C0-33EA-51D5F6B08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A62B99A9-4729-4A3A-EC7D-78D905C4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517" y="214939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12">
            <a:extLst>
              <a:ext uri="{FF2B5EF4-FFF2-40B4-BE49-F238E27FC236}">
                <a16:creationId xmlns:a16="http://schemas.microsoft.com/office/drawing/2014/main" id="{D3967A0B-8606-2080-70B2-82B8D7914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53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14">
            <a:extLst>
              <a:ext uri="{FF2B5EF4-FFF2-40B4-BE49-F238E27FC236}">
                <a16:creationId xmlns:a16="http://schemas.microsoft.com/office/drawing/2014/main" id="{41361472-6E26-D64A-F22C-AB182E5AE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788" y="279898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12FAA177-2DC7-33A3-C547-806B5DF93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013" y="126493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B3D8F452-1C5E-C52B-3C21-C26814A5E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05" y="213131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DCCBD37E-0E72-9719-9A26-ADE8F415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993" y="279898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62F24712-2103-9E90-105B-DEDBD53555E1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EE93DB11-7F3F-8824-E286-D399B5828F4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853AC733-6A33-E48B-65A0-FE07BEC9E38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50A9F228-107A-128C-7BD5-866A7FDD03E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CA75AF50-239A-E74B-9520-698FF4DF99B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45437EF5-482F-0529-7BD5-388B9167AC8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BE4BD846-5C2A-C241-54F2-01D52A7AC0F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226C0AB9-85D0-CCAB-FF28-C92020EC486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01521EBB-682F-60AD-1E60-ABF6CD2ADD3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95" name="Gruppo 294">
            <a:extLst>
              <a:ext uri="{FF2B5EF4-FFF2-40B4-BE49-F238E27FC236}">
                <a16:creationId xmlns:a16="http://schemas.microsoft.com/office/drawing/2014/main" id="{9720B429-AA47-9B89-C307-E6066C30B7BB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96" name="Rettangolo con due angoli in diagonale arrotondati 295">
              <a:extLst>
                <a:ext uri="{FF2B5EF4-FFF2-40B4-BE49-F238E27FC236}">
                  <a16:creationId xmlns:a16="http://schemas.microsoft.com/office/drawing/2014/main" id="{52EABA6F-C187-31A1-D3D6-0051F3281A3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7" name="CasellaDiTesto 296">
              <a:extLst>
                <a:ext uri="{FF2B5EF4-FFF2-40B4-BE49-F238E27FC236}">
                  <a16:creationId xmlns:a16="http://schemas.microsoft.com/office/drawing/2014/main" id="{0A63DA8B-2C78-D538-8A22-CC28CE67A6E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CB3 194 Cm</a:t>
              </a:r>
            </a:p>
          </p:txBody>
        </p: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99B67A7B-E916-E1DF-57CB-AB35A7AF021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2" name="Ovale 301">
                <a:extLst>
                  <a:ext uri="{FF2B5EF4-FFF2-40B4-BE49-F238E27FC236}">
                    <a16:creationId xmlns:a16="http://schemas.microsoft.com/office/drawing/2014/main" id="{2DD86C3B-B451-BF35-DD6A-1C2923ECD1E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3" name="CasellaDiTesto 302">
                <a:extLst>
                  <a:ext uri="{FF2B5EF4-FFF2-40B4-BE49-F238E27FC236}">
                    <a16:creationId xmlns:a16="http://schemas.microsoft.com/office/drawing/2014/main" id="{19B01D36-1603-1F31-8040-C439B07DA46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9</a:t>
                </a:r>
              </a:p>
            </p:txBody>
          </p:sp>
        </p:grpSp>
        <p:grpSp>
          <p:nvGrpSpPr>
            <p:cNvPr id="299" name="Gruppo 298">
              <a:extLst>
                <a:ext uri="{FF2B5EF4-FFF2-40B4-BE49-F238E27FC236}">
                  <a16:creationId xmlns:a16="http://schemas.microsoft.com/office/drawing/2014/main" id="{FF5E90B9-BF32-939E-F3FC-9D7D80E19D9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0" name="Ovale 299">
                <a:extLst>
                  <a:ext uri="{FF2B5EF4-FFF2-40B4-BE49-F238E27FC236}">
                    <a16:creationId xmlns:a16="http://schemas.microsoft.com/office/drawing/2014/main" id="{89743006-9A30-F325-2A8B-50931EA800B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1" name="CasellaDiTesto 300">
                <a:extLst>
                  <a:ext uri="{FF2B5EF4-FFF2-40B4-BE49-F238E27FC236}">
                    <a16:creationId xmlns:a16="http://schemas.microsoft.com/office/drawing/2014/main" id="{DA9F1E93-8A37-97D6-B8C8-50C1D8CEF0D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48BC369E-03C2-E6D7-7E27-B17D288B5EF4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38DF0E24-57BA-8AB5-14F9-BE067704605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12AE2F29-7D89-F8C9-98ED-41CEBEC6D8A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07D72366-D8F9-DDC0-768E-981372B27F6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41AE7A69-1334-C3DF-A527-383634AC35C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A4649B81-A952-DC7B-6414-594281883F3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28908153-AA3D-27E2-14B7-70DD2760219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BE1EBDD9-5C1C-02F7-436F-ED6BCAF1857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0A09CE75-AB4C-983B-CDD8-F10EBAFF8BA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05BDAD2A-6A6F-A34D-4B70-E4394B1D0C73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26A040C7-6ACF-4AC1-90E5-13A0D1BDE79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B47B8CBE-45A1-7165-2D34-5285FE09CFF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D1556CE3-0446-F100-ED65-6F89BA8EC5A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3CE4A088-7C0B-BE06-1875-C7A35E9CD0E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7509EF68-1C36-C7F4-2850-983D54D6567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D2DBDD8A-17A8-C45E-73F2-2ACC86AB983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34B3396D-FD76-950F-726C-B5E5C091589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FD20EA2F-F126-50E6-3965-7920DAA7052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44B2DC55-4310-1913-BD5B-D64644AD6135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983D5A50-498E-357C-D54D-2D32AB5F244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BFA5D6EA-4849-9EF4-F734-11BCB10A34D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F17E195C-1F79-933F-877A-D6428BA2254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D3959B36-355E-2894-8A34-B4B3E0BADFA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9F3A71AA-09F2-BA29-D60B-AC85D3CB943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4B3E720E-5B49-D503-CB21-BD08D234C54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5CFC2704-87D5-FF8D-1C80-71AC006122E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8D93866F-7326-F387-7DCC-D004CFBDB2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105D30FE-ACD5-8782-792A-10BDAE82578B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880B1B3A-9DF7-5BBC-93AD-2D9E1FB2E35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C55C804C-8BDD-37D4-C6EA-EADF8136065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5144049D-CDE8-5E10-CD44-D84671DDFD8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F35B3A29-9458-54BD-8F5E-4AD16DAB3E4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B802429B-7E95-F59A-3BE7-F78E21F6990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E8FD1B73-1156-DECC-1264-606250602E1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97EF970F-F996-1FA8-EB76-8776DAE1FAD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292EFB26-E8A1-A885-347A-121E9C547E5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9" name="Picture 8">
            <a:extLst>
              <a:ext uri="{FF2B5EF4-FFF2-40B4-BE49-F238E27FC236}">
                <a16:creationId xmlns:a16="http://schemas.microsoft.com/office/drawing/2014/main" id="{2CF0D64F-2211-2369-C74D-B22A44658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69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6579DCAE-B1DB-388B-BF05-B33AD6C3CCC1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BECF3BE5-5814-836C-D126-E36D941FA13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DC40E0C1-79C1-4BEC-A54B-3089FE762BB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3022C54C-1E57-B1CF-C233-5F5A0F94213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3EDED037-299E-AF7A-F9BA-893CC289EC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C18347BF-B660-1571-93A9-3BAE9060A27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706962E0-AA2A-CFB5-8E08-ADAB7C609AC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07EDB464-AEA1-8B71-DDBA-5D3324EF443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94D1E6A7-E54D-79C6-33C7-FDF5ECB9A8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58" name="Gruppo 357">
            <a:extLst>
              <a:ext uri="{FF2B5EF4-FFF2-40B4-BE49-F238E27FC236}">
                <a16:creationId xmlns:a16="http://schemas.microsoft.com/office/drawing/2014/main" id="{838D56EE-1B5B-AA3B-48E9-BBB35C0597C4}"/>
              </a:ext>
            </a:extLst>
          </p:cNvPr>
          <p:cNvGrpSpPr/>
          <p:nvPr/>
        </p:nvGrpSpPr>
        <p:grpSpPr>
          <a:xfrm>
            <a:off x="4724724" y="4835954"/>
            <a:ext cx="1460066" cy="222843"/>
            <a:chOff x="3923267" y="734293"/>
            <a:chExt cx="1460066" cy="222843"/>
          </a:xfrm>
        </p:grpSpPr>
        <p:sp>
          <p:nvSpPr>
            <p:cNvPr id="359" name="Rettangolo con due angoli in diagonale arrotondati 358">
              <a:extLst>
                <a:ext uri="{FF2B5EF4-FFF2-40B4-BE49-F238E27FC236}">
                  <a16:creationId xmlns:a16="http://schemas.microsoft.com/office/drawing/2014/main" id="{DB01CF1B-366F-EFC4-B02C-DED52C10811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0" name="CasellaDiTesto 359">
              <a:extLst>
                <a:ext uri="{FF2B5EF4-FFF2-40B4-BE49-F238E27FC236}">
                  <a16:creationId xmlns:a16="http://schemas.microsoft.com/office/drawing/2014/main" id="{B93E3BF3-AC71-B4A1-4BE5-58B5730E464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OPENDA 177 Cm</a:t>
              </a:r>
            </a:p>
          </p:txBody>
        </p:sp>
        <p:grpSp>
          <p:nvGrpSpPr>
            <p:cNvPr id="361" name="Gruppo 360">
              <a:extLst>
                <a:ext uri="{FF2B5EF4-FFF2-40B4-BE49-F238E27FC236}">
                  <a16:creationId xmlns:a16="http://schemas.microsoft.com/office/drawing/2014/main" id="{6E482CAE-92E8-DB12-FA44-07E312E52DE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65" name="Ovale 364">
                <a:extLst>
                  <a:ext uri="{FF2B5EF4-FFF2-40B4-BE49-F238E27FC236}">
                    <a16:creationId xmlns:a16="http://schemas.microsoft.com/office/drawing/2014/main" id="{FED7FF31-A3AA-003E-97A5-B558F2E6903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6" name="CasellaDiTesto 365">
                <a:extLst>
                  <a:ext uri="{FF2B5EF4-FFF2-40B4-BE49-F238E27FC236}">
                    <a16:creationId xmlns:a16="http://schemas.microsoft.com/office/drawing/2014/main" id="{38E6C0DD-7735-761F-B2B5-0B3D88C955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20</a:t>
                </a:r>
              </a:p>
            </p:txBody>
          </p:sp>
        </p:grpSp>
        <p:grpSp>
          <p:nvGrpSpPr>
            <p:cNvPr id="362" name="Gruppo 361">
              <a:extLst>
                <a:ext uri="{FF2B5EF4-FFF2-40B4-BE49-F238E27FC236}">
                  <a16:creationId xmlns:a16="http://schemas.microsoft.com/office/drawing/2014/main" id="{0E403433-C576-93F9-C343-A8C26029A1D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3" name="Ovale 362">
                <a:extLst>
                  <a:ext uri="{FF2B5EF4-FFF2-40B4-BE49-F238E27FC236}">
                    <a16:creationId xmlns:a16="http://schemas.microsoft.com/office/drawing/2014/main" id="{34119FC4-E1CB-BD2F-60E8-43006A2930E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4" name="CasellaDiTesto 363">
                <a:extLst>
                  <a:ext uri="{FF2B5EF4-FFF2-40B4-BE49-F238E27FC236}">
                    <a16:creationId xmlns:a16="http://schemas.microsoft.com/office/drawing/2014/main" id="{40038DD4-517C-02F8-7BA7-D3C614DB0F9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0" dirty="0" err="1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48" name="Gruppo 147">
            <a:extLst>
              <a:ext uri="{FF2B5EF4-FFF2-40B4-BE49-F238E27FC236}">
                <a16:creationId xmlns:a16="http://schemas.microsoft.com/office/drawing/2014/main" id="{5E4DE543-4A24-CEBF-AA53-6F591D8CCFC6}"/>
              </a:ext>
            </a:extLst>
          </p:cNvPr>
          <p:cNvGrpSpPr/>
          <p:nvPr/>
        </p:nvGrpSpPr>
        <p:grpSpPr>
          <a:xfrm>
            <a:off x="3843914" y="2897995"/>
            <a:ext cx="1460066" cy="220379"/>
            <a:chOff x="3923267" y="734293"/>
            <a:chExt cx="1460066" cy="220379"/>
          </a:xfrm>
        </p:grpSpPr>
        <p:sp>
          <p:nvSpPr>
            <p:cNvPr id="149" name="Rettangolo con due angoli in diagonale arrotondati 148">
              <a:extLst>
                <a:ext uri="{FF2B5EF4-FFF2-40B4-BE49-F238E27FC236}">
                  <a16:creationId xmlns:a16="http://schemas.microsoft.com/office/drawing/2014/main" id="{507D1819-B207-3865-F7AF-601387DF3B0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0" name="CasellaDiTesto 149">
              <a:extLst>
                <a:ext uri="{FF2B5EF4-FFF2-40B4-BE49-F238E27FC236}">
                  <a16:creationId xmlns:a16="http://schemas.microsoft.com/office/drawing/2014/main" id="{084E0575-65BC-6065-F7A4-B0CF85E80EBB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LOCATELLI 185 Cm</a:t>
              </a:r>
            </a:p>
          </p:txBody>
        </p:sp>
        <p:grpSp>
          <p:nvGrpSpPr>
            <p:cNvPr id="151" name="Gruppo 150">
              <a:extLst>
                <a:ext uri="{FF2B5EF4-FFF2-40B4-BE49-F238E27FC236}">
                  <a16:creationId xmlns:a16="http://schemas.microsoft.com/office/drawing/2014/main" id="{5C285329-D394-A780-7B3D-37EFC535822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55" name="Ovale 154">
                <a:extLst>
                  <a:ext uri="{FF2B5EF4-FFF2-40B4-BE49-F238E27FC236}">
                    <a16:creationId xmlns:a16="http://schemas.microsoft.com/office/drawing/2014/main" id="{91BACE41-9927-2E9E-22E8-78E152C2833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6" name="CasellaDiTesto 155">
                <a:extLst>
                  <a:ext uri="{FF2B5EF4-FFF2-40B4-BE49-F238E27FC236}">
                    <a16:creationId xmlns:a16="http://schemas.microsoft.com/office/drawing/2014/main" id="{E9A45CD6-1DF4-C22C-82B9-7AE6409C70B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152" name="Gruppo 151">
              <a:extLst>
                <a:ext uri="{FF2B5EF4-FFF2-40B4-BE49-F238E27FC236}">
                  <a16:creationId xmlns:a16="http://schemas.microsoft.com/office/drawing/2014/main" id="{E12B206F-5096-6008-5BB2-C54754A990C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53" name="Ovale 152">
                <a:extLst>
                  <a:ext uri="{FF2B5EF4-FFF2-40B4-BE49-F238E27FC236}">
                    <a16:creationId xmlns:a16="http://schemas.microsoft.com/office/drawing/2014/main" id="{2A0081B8-C148-1D03-0F9E-CC9F032FAEB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4" name="CasellaDiTesto 153">
                <a:extLst>
                  <a:ext uri="{FF2B5EF4-FFF2-40B4-BE49-F238E27FC236}">
                    <a16:creationId xmlns:a16="http://schemas.microsoft.com/office/drawing/2014/main" id="{4DF962F6-3F59-E227-E9A7-3D9F5B3F886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 b="0">
                    <a:solidFill>
                      <a:srgbClr val="00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66" name="Gruppo 165">
            <a:extLst>
              <a:ext uri="{FF2B5EF4-FFF2-40B4-BE49-F238E27FC236}">
                <a16:creationId xmlns:a16="http://schemas.microsoft.com/office/drawing/2014/main" id="{22DAE71B-8314-D22E-82EE-85FDB3C8743F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167" name="Rettangolo con due angoli in diagonale arrotondati 166">
              <a:extLst>
                <a:ext uri="{FF2B5EF4-FFF2-40B4-BE49-F238E27FC236}">
                  <a16:creationId xmlns:a16="http://schemas.microsoft.com/office/drawing/2014/main" id="{647602B2-33BA-1D5E-09C5-8B36CB81568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68" name="CasellaDiTesto 167">
              <a:extLst>
                <a:ext uri="{FF2B5EF4-FFF2-40B4-BE49-F238E27FC236}">
                  <a16:creationId xmlns:a16="http://schemas.microsoft.com/office/drawing/2014/main" id="{DD9E82CF-9A2C-A8AA-0F3C-FB4A3FBA3AF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CM2 173 Cm</a:t>
              </a:r>
            </a:p>
          </p:txBody>
        </p:sp>
        <p:grpSp>
          <p:nvGrpSpPr>
            <p:cNvPr id="169" name="Gruppo 168">
              <a:extLst>
                <a:ext uri="{FF2B5EF4-FFF2-40B4-BE49-F238E27FC236}">
                  <a16:creationId xmlns:a16="http://schemas.microsoft.com/office/drawing/2014/main" id="{E43508D9-8CAA-BF2E-BE3F-064C9FB7F04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73" name="Ovale 172">
                <a:extLst>
                  <a:ext uri="{FF2B5EF4-FFF2-40B4-BE49-F238E27FC236}">
                    <a16:creationId xmlns:a16="http://schemas.microsoft.com/office/drawing/2014/main" id="{8B39AACA-DCAD-0B4F-3BC9-EA17C8B5466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4" name="CasellaDiTesto 173">
                <a:extLst>
                  <a:ext uri="{FF2B5EF4-FFF2-40B4-BE49-F238E27FC236}">
                    <a16:creationId xmlns:a16="http://schemas.microsoft.com/office/drawing/2014/main" id="{4931798F-A9B7-B6E0-4337-A91077C6436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20</a:t>
                </a:r>
              </a:p>
            </p:txBody>
          </p:sp>
        </p:grpSp>
        <p:grpSp>
          <p:nvGrpSpPr>
            <p:cNvPr id="170" name="Gruppo 169">
              <a:extLst>
                <a:ext uri="{FF2B5EF4-FFF2-40B4-BE49-F238E27FC236}">
                  <a16:creationId xmlns:a16="http://schemas.microsoft.com/office/drawing/2014/main" id="{130550CF-7EAD-EC19-F2B0-0FCFEC7B9EB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71" name="Ovale 170">
                <a:extLst>
                  <a:ext uri="{FF2B5EF4-FFF2-40B4-BE49-F238E27FC236}">
                    <a16:creationId xmlns:a16="http://schemas.microsoft.com/office/drawing/2014/main" id="{B421B9FB-3493-B788-38C0-F8000E6AEDA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2" name="CasellaDiTesto 171">
                <a:extLst>
                  <a:ext uri="{FF2B5EF4-FFF2-40B4-BE49-F238E27FC236}">
                    <a16:creationId xmlns:a16="http://schemas.microsoft.com/office/drawing/2014/main" id="{2CFC333E-EF93-D33A-317A-5116D64FA8F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0" name="Picture 10">
            <a:extLst>
              <a:ext uri="{FF2B5EF4-FFF2-40B4-BE49-F238E27FC236}">
                <a16:creationId xmlns:a16="http://schemas.microsoft.com/office/drawing/2014/main" id="{D1B53973-AD22-C5B3-F4FF-0A694B63C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900" y="237498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7" name="Gruppo 276">
            <a:extLst>
              <a:ext uri="{FF2B5EF4-FFF2-40B4-BE49-F238E27FC236}">
                <a16:creationId xmlns:a16="http://schemas.microsoft.com/office/drawing/2014/main" id="{E523C0ED-EBD8-6A48-59DD-7668B04EE9DF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278" name="Rettangolo con due angoli in diagonale arrotondati 277">
              <a:extLst>
                <a:ext uri="{FF2B5EF4-FFF2-40B4-BE49-F238E27FC236}">
                  <a16:creationId xmlns:a16="http://schemas.microsoft.com/office/drawing/2014/main" id="{DC3E3D21-FE70-CA2E-03D2-D165FBFF288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79" name="CasellaDiTesto 278">
              <a:extLst>
                <a:ext uri="{FF2B5EF4-FFF2-40B4-BE49-F238E27FC236}">
                  <a16:creationId xmlns:a16="http://schemas.microsoft.com/office/drawing/2014/main" id="{7D8CEF77-F3CF-6E8C-65E6-BAE2048CEDD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CM3 185 Cm</a:t>
              </a:r>
            </a:p>
          </p:txBody>
        </p:sp>
        <p:grpSp>
          <p:nvGrpSpPr>
            <p:cNvPr id="280" name="Gruppo 279">
              <a:extLst>
                <a:ext uri="{FF2B5EF4-FFF2-40B4-BE49-F238E27FC236}">
                  <a16:creationId xmlns:a16="http://schemas.microsoft.com/office/drawing/2014/main" id="{E080BC3F-472B-D4D6-5433-7F30F457F14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84" name="Ovale 283">
                <a:extLst>
                  <a:ext uri="{FF2B5EF4-FFF2-40B4-BE49-F238E27FC236}">
                    <a16:creationId xmlns:a16="http://schemas.microsoft.com/office/drawing/2014/main" id="{93A0364A-B150-61BD-9200-0C69527F34F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85" name="CasellaDiTesto 284">
                <a:extLst>
                  <a:ext uri="{FF2B5EF4-FFF2-40B4-BE49-F238E27FC236}">
                    <a16:creationId xmlns:a16="http://schemas.microsoft.com/office/drawing/2014/main" id="{9A577C62-BE15-E222-93B9-0126F99F8F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21</a:t>
                </a:r>
              </a:p>
            </p:txBody>
          </p:sp>
        </p:grpSp>
        <p:grpSp>
          <p:nvGrpSpPr>
            <p:cNvPr id="281" name="Gruppo 280">
              <a:extLst>
                <a:ext uri="{FF2B5EF4-FFF2-40B4-BE49-F238E27FC236}">
                  <a16:creationId xmlns:a16="http://schemas.microsoft.com/office/drawing/2014/main" id="{06E8E2E8-349B-11C4-1F2D-309712D2C22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82" name="Ovale 281">
                <a:extLst>
                  <a:ext uri="{FF2B5EF4-FFF2-40B4-BE49-F238E27FC236}">
                    <a16:creationId xmlns:a16="http://schemas.microsoft.com/office/drawing/2014/main" id="{AF460E88-BF93-4FC9-B14E-1D94E6C270C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83" name="CasellaDiTesto 282">
                <a:extLst>
                  <a:ext uri="{FF2B5EF4-FFF2-40B4-BE49-F238E27FC236}">
                    <a16:creationId xmlns:a16="http://schemas.microsoft.com/office/drawing/2014/main" id="{2747B6C1-F9C2-6B1C-3761-260B1598451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13" name="Gruppo 312">
            <a:extLst>
              <a:ext uri="{FF2B5EF4-FFF2-40B4-BE49-F238E27FC236}">
                <a16:creationId xmlns:a16="http://schemas.microsoft.com/office/drawing/2014/main" id="{109DD5A3-F011-A8AE-1497-1672B62736D6}"/>
              </a:ext>
            </a:extLst>
          </p:cNvPr>
          <p:cNvGrpSpPr/>
          <p:nvPr/>
        </p:nvGrpSpPr>
        <p:grpSpPr>
          <a:xfrm>
            <a:off x="-18288000" y="-18288000"/>
            <a:ext cx="1460066" cy="222843"/>
            <a:chOff x="3923267" y="734293"/>
            <a:chExt cx="1460066" cy="222843"/>
          </a:xfrm>
        </p:grpSpPr>
        <p:sp>
          <p:nvSpPr>
            <p:cNvPr id="314" name="Rettangolo con due angoli in diagonale arrotondati 313">
              <a:extLst>
                <a:ext uri="{FF2B5EF4-FFF2-40B4-BE49-F238E27FC236}">
                  <a16:creationId xmlns:a16="http://schemas.microsoft.com/office/drawing/2014/main" id="{635852A4-611E-B1F0-0848-99978066DE5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15" name="CasellaDiTesto 314">
              <a:extLst>
                <a:ext uri="{FF2B5EF4-FFF2-40B4-BE49-F238E27FC236}">
                  <a16:creationId xmlns:a16="http://schemas.microsoft.com/office/drawing/2014/main" id="{814B3765-5B6C-B428-6A84-56F2AE3919D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CM4 185 Cm</a:t>
              </a:r>
            </a:p>
          </p:txBody>
        </p:sp>
        <p:grpSp>
          <p:nvGrpSpPr>
            <p:cNvPr id="316" name="Gruppo 315">
              <a:extLst>
                <a:ext uri="{FF2B5EF4-FFF2-40B4-BE49-F238E27FC236}">
                  <a16:creationId xmlns:a16="http://schemas.microsoft.com/office/drawing/2014/main" id="{798236AE-B598-DD47-0707-CBCF29553DB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0" name="Ovale 319">
                <a:extLst>
                  <a:ext uri="{FF2B5EF4-FFF2-40B4-BE49-F238E27FC236}">
                    <a16:creationId xmlns:a16="http://schemas.microsoft.com/office/drawing/2014/main" id="{6FDDB779-561C-5B00-290D-C0D0217BE3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1" name="CasellaDiTesto 320">
                <a:extLst>
                  <a:ext uri="{FF2B5EF4-FFF2-40B4-BE49-F238E27FC236}">
                    <a16:creationId xmlns:a16="http://schemas.microsoft.com/office/drawing/2014/main" id="{C59513CC-5BB2-3D4B-D4A8-E98BA3CDEE2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22</a:t>
                </a:r>
              </a:p>
            </p:txBody>
          </p:sp>
        </p:grpSp>
        <p:grpSp>
          <p:nvGrpSpPr>
            <p:cNvPr id="317" name="Gruppo 316">
              <a:extLst>
                <a:ext uri="{FF2B5EF4-FFF2-40B4-BE49-F238E27FC236}">
                  <a16:creationId xmlns:a16="http://schemas.microsoft.com/office/drawing/2014/main" id="{0061172D-C245-079E-9D11-BCD2C03E664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18" name="Ovale 317">
                <a:extLst>
                  <a:ext uri="{FF2B5EF4-FFF2-40B4-BE49-F238E27FC236}">
                    <a16:creationId xmlns:a16="http://schemas.microsoft.com/office/drawing/2014/main" id="{80B616CB-F986-A892-D3CD-65950F55353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9" name="CasellaDiTesto 318">
                <a:extLst>
                  <a:ext uri="{FF2B5EF4-FFF2-40B4-BE49-F238E27FC236}">
                    <a16:creationId xmlns:a16="http://schemas.microsoft.com/office/drawing/2014/main" id="{65FE9D00-4BD0-7BB1-A6F3-71BF5707FB3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3" name="Picture 16">
            <a:extLst>
              <a:ext uri="{FF2B5EF4-FFF2-40B4-BE49-F238E27FC236}">
                <a16:creationId xmlns:a16="http://schemas.microsoft.com/office/drawing/2014/main" id="{30271014-0B05-B501-57E5-A7A06E01B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993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7792E077-D1C3-BDA7-5E4C-EC303E98A345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F80428B1-422E-E7FF-FF60-FFE7E10BFDE3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92EDF8ED-B043-07AA-75E6-43F52D9DF2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ED51B79E-43EE-961B-7AD3-049C79EFC6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D307857B-1435-3749-1DFA-376B73FEE1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FAD69403-3086-AB47-CE69-42686E2E22D5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BC2BA765-2C7A-AA2C-CE22-7991AECB0FC7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5ED53F35-C1AC-C8F8-0C23-73A809BCE903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2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464CC3B-98AA-314E-AC54-CDC838F91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493401" y="296238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7BF919B-09B3-8EE3-279C-AD41575BE8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3682" y="275956"/>
            <a:ext cx="411930" cy="411930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1D6B0944-37E5-6624-5ECE-99E7A989A8A8}"/>
              </a:ext>
            </a:extLst>
          </p:cNvPr>
          <p:cNvGrpSpPr/>
          <p:nvPr/>
        </p:nvGrpSpPr>
        <p:grpSpPr>
          <a:xfrm flipH="1">
            <a:off x="-39102" y="2250968"/>
            <a:ext cx="932516" cy="453341"/>
            <a:chOff x="2312419" y="3416804"/>
            <a:chExt cx="932516" cy="453341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25DC9506-8D90-E3BB-F1A0-6A8D2621A3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2766" y="3623924"/>
              <a:ext cx="509821" cy="246221"/>
              <a:chOff x="1439157" y="3314991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Ovale 23">
                <a:extLst>
                  <a:ext uri="{FF2B5EF4-FFF2-40B4-BE49-F238E27FC236}">
                    <a16:creationId xmlns:a16="http://schemas.microsoft.com/office/drawing/2014/main" id="{51E98635-0665-6B39-5038-244577256A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A3D076"/>
              </a:solidFill>
              <a:ln w="12700">
                <a:solidFill>
                  <a:srgbClr val="AFDC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348D489-7550-99E4-BA96-98A6357E3C55}"/>
                  </a:ext>
                </a:extLst>
              </p:cNvPr>
              <p:cNvSpPr txBox="1"/>
              <p:nvPr/>
            </p:nvSpPr>
            <p:spPr>
              <a:xfrm>
                <a:off x="1439157" y="3314991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F4A4D54B-B881-616E-D9C2-38913F859C9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POR</a:t>
              </a:r>
            </a:p>
          </p:txBody>
        </p:sp>
      </p:grpSp>
      <p:grpSp>
        <p:nvGrpSpPr>
          <p:cNvPr id="105" name="Gruppo 104">
            <a:extLst>
              <a:ext uri="{FF2B5EF4-FFF2-40B4-BE49-F238E27FC236}">
                <a16:creationId xmlns:a16="http://schemas.microsoft.com/office/drawing/2014/main" id="{7952CA26-48CE-2B73-A633-31080BA49636}"/>
              </a:ext>
            </a:extLst>
          </p:cNvPr>
          <p:cNvGrpSpPr/>
          <p:nvPr/>
        </p:nvGrpSpPr>
        <p:grpSpPr>
          <a:xfrm flipH="1">
            <a:off x="6922269" y="2167456"/>
            <a:ext cx="932516" cy="453340"/>
            <a:chOff x="2312419" y="3416804"/>
            <a:chExt cx="932516" cy="453340"/>
          </a:xfrm>
        </p:grpSpPr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B5FDA1F0-5B46-A095-6F73-5587769274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0460" y="3623923"/>
              <a:ext cx="509821" cy="246221"/>
              <a:chOff x="1426519" y="3314989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3" name="Ovale 162">
                <a:extLst>
                  <a:ext uri="{FF2B5EF4-FFF2-40B4-BE49-F238E27FC236}">
                    <a16:creationId xmlns:a16="http://schemas.microsoft.com/office/drawing/2014/main" id="{C2C89297-2DDD-3613-12E3-B1F5F6C189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313331"/>
              </a:solidFill>
              <a:ln w="12700">
                <a:solidFill>
                  <a:srgbClr val="2A2C2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64" name="CasellaDiTesto 163">
                <a:extLst>
                  <a:ext uri="{FF2B5EF4-FFF2-40B4-BE49-F238E27FC236}">
                    <a16:creationId xmlns:a16="http://schemas.microsoft.com/office/drawing/2014/main" id="{39E55BF0-8D98-293C-040E-0FE9D44CBB75}"/>
                  </a:ext>
                </a:extLst>
              </p:cNvPr>
              <p:cNvSpPr txBox="1"/>
              <p:nvPr/>
            </p:nvSpPr>
            <p:spPr>
              <a:xfrm>
                <a:off x="1426519" y="3314989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16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62" name="CasellaDiTesto 161">
              <a:extLst>
                <a:ext uri="{FF2B5EF4-FFF2-40B4-BE49-F238E27FC236}">
                  <a16:creationId xmlns:a16="http://schemas.microsoft.com/office/drawing/2014/main" id="{5B4C6FCA-69B6-54BD-83ED-847D67B904E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Di Gregorio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63EF54-D834-A3CA-0A10-29423ECE8CBB}"/>
              </a:ext>
            </a:extLst>
          </p:cNvPr>
          <p:cNvSpPr txBox="1"/>
          <p:nvPr/>
        </p:nvSpPr>
        <p:spPr>
          <a:xfrm>
            <a:off x="5791283" y="2504267"/>
            <a:ext cx="32566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⚽️</a:t>
            </a:r>
          </a:p>
        </p:txBody>
      </p:sp>
      <p:grpSp>
        <p:nvGrpSpPr>
          <p:cNvPr id="118" name="Gruppo 117">
            <a:extLst>
              <a:ext uri="{FF2B5EF4-FFF2-40B4-BE49-F238E27FC236}">
                <a16:creationId xmlns:a16="http://schemas.microsoft.com/office/drawing/2014/main" id="{7039A2F2-D816-1E61-6D70-527EF8779E16}"/>
              </a:ext>
            </a:extLst>
          </p:cNvPr>
          <p:cNvGrpSpPr/>
          <p:nvPr/>
        </p:nvGrpSpPr>
        <p:grpSpPr>
          <a:xfrm flipH="1">
            <a:off x="2214942" y="1667282"/>
            <a:ext cx="932516" cy="450141"/>
            <a:chOff x="2312419" y="3416804"/>
            <a:chExt cx="932516" cy="450141"/>
          </a:xfrm>
        </p:grpSpPr>
        <p:grpSp>
          <p:nvGrpSpPr>
            <p:cNvPr id="119" name="Gruppo 118">
              <a:extLst>
                <a:ext uri="{FF2B5EF4-FFF2-40B4-BE49-F238E27FC236}">
                  <a16:creationId xmlns:a16="http://schemas.microsoft.com/office/drawing/2014/main" id="{DC41D206-2647-DDAB-AD26-CA5894DA93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1" name="Ovale 120">
                <a:extLst>
                  <a:ext uri="{FF2B5EF4-FFF2-40B4-BE49-F238E27FC236}">
                    <a16:creationId xmlns:a16="http://schemas.microsoft.com/office/drawing/2014/main" id="{3EFE5244-5494-FC9D-059D-E6154577C2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22" name="CasellaDiTesto 121">
                <a:extLst>
                  <a:ext uri="{FF2B5EF4-FFF2-40B4-BE49-F238E27FC236}">
                    <a16:creationId xmlns:a16="http://schemas.microsoft.com/office/drawing/2014/main" id="{4BDB8418-35DA-2D25-0E5B-E03FD420B7F0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6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0" name="CasellaDiTesto 119">
              <a:extLst>
                <a:ext uri="{FF2B5EF4-FFF2-40B4-BE49-F238E27FC236}">
                  <a16:creationId xmlns:a16="http://schemas.microsoft.com/office/drawing/2014/main" id="{09951BF7-6C42-D8B8-26AF-181D4474A0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DC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78" name="Gruppo 177">
            <a:extLst>
              <a:ext uri="{FF2B5EF4-FFF2-40B4-BE49-F238E27FC236}">
                <a16:creationId xmlns:a16="http://schemas.microsoft.com/office/drawing/2014/main" id="{628C2EBC-15F1-3D86-5F3E-AD531BA2A4DA}"/>
              </a:ext>
            </a:extLst>
          </p:cNvPr>
          <p:cNvGrpSpPr/>
          <p:nvPr/>
        </p:nvGrpSpPr>
        <p:grpSpPr>
          <a:xfrm flipH="1">
            <a:off x="5396938" y="599319"/>
            <a:ext cx="932516" cy="449627"/>
            <a:chOff x="2312419" y="3416804"/>
            <a:chExt cx="932516" cy="449627"/>
          </a:xfrm>
        </p:grpSpPr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58BD32CB-3695-C590-2E8F-AF292EEC68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0210"/>
              <a:ext cx="509821" cy="246221"/>
              <a:chOff x="1430255" y="3311229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1" name="Ovale 180">
                <a:extLst>
                  <a:ext uri="{FF2B5EF4-FFF2-40B4-BE49-F238E27FC236}">
                    <a16:creationId xmlns:a16="http://schemas.microsoft.com/office/drawing/2014/main" id="{6D6AF679-9275-7B45-E362-54D0AC6786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82" name="CasellaDiTesto 181">
                <a:extLst>
                  <a:ext uri="{FF2B5EF4-FFF2-40B4-BE49-F238E27FC236}">
                    <a16:creationId xmlns:a16="http://schemas.microsoft.com/office/drawing/2014/main" id="{CE46E206-EBC3-A550-9140-7B2D76C8F092}"/>
                  </a:ext>
                </a:extLst>
              </p:cNvPr>
              <p:cNvSpPr txBox="1"/>
              <p:nvPr/>
            </p:nvSpPr>
            <p:spPr>
              <a:xfrm>
                <a:off x="1430255" y="3311229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80" name="CasellaDiTesto 179">
              <a:extLst>
                <a:ext uri="{FF2B5EF4-FFF2-40B4-BE49-F238E27FC236}">
                  <a16:creationId xmlns:a16="http://schemas.microsoft.com/office/drawing/2014/main" id="{3D677875-3611-BA41-C442-39760EA03A32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Gatti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9E0A26-AC7F-FBE7-4DAC-A247DF68C144}"/>
              </a:ext>
            </a:extLst>
          </p:cNvPr>
          <p:cNvSpPr txBox="1"/>
          <p:nvPr/>
        </p:nvSpPr>
        <p:spPr>
          <a:xfrm>
            <a:off x="227309" y="4639891"/>
            <a:ext cx="1894397" cy="276999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Pressing</a:t>
            </a: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A0913C4A-5A12-49AC-D9CC-D932AFB8018A}"/>
              </a:ext>
            </a:extLst>
          </p:cNvPr>
          <p:cNvGrpSpPr/>
          <p:nvPr/>
        </p:nvGrpSpPr>
        <p:grpSpPr>
          <a:xfrm flipH="1">
            <a:off x="4484605" y="2095312"/>
            <a:ext cx="932516" cy="456884"/>
            <a:chOff x="2312419" y="3416804"/>
            <a:chExt cx="932516" cy="456884"/>
          </a:xfrm>
        </p:grpSpPr>
        <p:grpSp>
          <p:nvGrpSpPr>
            <p:cNvPr id="59" name="Gruppo 58">
              <a:extLst>
                <a:ext uri="{FF2B5EF4-FFF2-40B4-BE49-F238E27FC236}">
                  <a16:creationId xmlns:a16="http://schemas.microsoft.com/office/drawing/2014/main" id="{0ACBFBE3-5873-2386-5643-1AB30ECB77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1530" y="3627467"/>
              <a:ext cx="509821" cy="246221"/>
              <a:chOff x="1437890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1" name="Ovale 60">
                <a:extLst>
                  <a:ext uri="{FF2B5EF4-FFF2-40B4-BE49-F238E27FC236}">
                    <a16:creationId xmlns:a16="http://schemas.microsoft.com/office/drawing/2014/main" id="{5594D2FF-95F7-8900-32D8-78E99322B2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11D756C8-D7AB-BE95-D488-330A37455A73}"/>
                  </a:ext>
                </a:extLst>
              </p:cNvPr>
              <p:cNvSpPr txBox="1"/>
              <p:nvPr/>
            </p:nvSpPr>
            <p:spPr>
              <a:xfrm>
                <a:off x="1437890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5B37D023-3E79-8E0D-76E9-5AC2E6F0D30A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Bremer</a:t>
              </a:r>
            </a:p>
          </p:txBody>
        </p:sp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7070BCC-D29F-A0D5-39BC-F50F86389D5C}"/>
              </a:ext>
            </a:extLst>
          </p:cNvPr>
          <p:cNvGrpSpPr/>
          <p:nvPr/>
        </p:nvGrpSpPr>
        <p:grpSpPr>
          <a:xfrm flipH="1">
            <a:off x="5791712" y="2279635"/>
            <a:ext cx="932516" cy="449264"/>
            <a:chOff x="2312419" y="3416804"/>
            <a:chExt cx="932516" cy="449264"/>
          </a:xfrm>
        </p:grpSpPr>
        <p:grpSp>
          <p:nvGrpSpPr>
            <p:cNvPr id="64" name="Gruppo 63">
              <a:extLst>
                <a:ext uri="{FF2B5EF4-FFF2-40B4-BE49-F238E27FC236}">
                  <a16:creationId xmlns:a16="http://schemas.microsoft.com/office/drawing/2014/main" id="{BE4D09E3-52F6-D944-54A2-5DB922CF2F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3733" y="3619847"/>
              <a:ext cx="509821" cy="246221"/>
              <a:chOff x="1429883" y="3310862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Ovale 65">
                <a:extLst>
                  <a:ext uri="{FF2B5EF4-FFF2-40B4-BE49-F238E27FC236}">
                    <a16:creationId xmlns:a16="http://schemas.microsoft.com/office/drawing/2014/main" id="{B6EFAB41-8AA2-2B72-858E-3B7D6DF57C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67" name="CasellaDiTesto 66">
                <a:extLst>
                  <a:ext uri="{FF2B5EF4-FFF2-40B4-BE49-F238E27FC236}">
                    <a16:creationId xmlns:a16="http://schemas.microsoft.com/office/drawing/2014/main" id="{FD50CE03-A557-7B80-D8EE-829D6FC2281B}"/>
                  </a:ext>
                </a:extLst>
              </p:cNvPr>
              <p:cNvSpPr txBox="1"/>
              <p:nvPr/>
            </p:nvSpPr>
            <p:spPr>
              <a:xfrm>
                <a:off x="1429883" y="3310862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15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5" name="CasellaDiTesto 64">
              <a:extLst>
                <a:ext uri="{FF2B5EF4-FFF2-40B4-BE49-F238E27FC236}">
                  <a16:creationId xmlns:a16="http://schemas.microsoft.com/office/drawing/2014/main" id="{A8354D7A-B441-3310-F693-4B4DC7610850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Kalulu</a:t>
              </a:r>
            </a:p>
          </p:txBody>
        </p:sp>
      </p:grp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0AF32FF4-42F2-C531-7B2D-751D1F438E7F}"/>
              </a:ext>
            </a:extLst>
          </p:cNvPr>
          <p:cNvGrpSpPr/>
          <p:nvPr/>
        </p:nvGrpSpPr>
        <p:grpSpPr>
          <a:xfrm flipH="1">
            <a:off x="5365871" y="3596510"/>
            <a:ext cx="932516" cy="449264"/>
            <a:chOff x="2312419" y="3416804"/>
            <a:chExt cx="932516" cy="449264"/>
          </a:xfrm>
        </p:grpSpPr>
        <p:grpSp>
          <p:nvGrpSpPr>
            <p:cNvPr id="69" name="Gruppo 68">
              <a:extLst>
                <a:ext uri="{FF2B5EF4-FFF2-40B4-BE49-F238E27FC236}">
                  <a16:creationId xmlns:a16="http://schemas.microsoft.com/office/drawing/2014/main" id="{69E819C5-D1D2-3C68-D04D-A0C395BC3F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19847"/>
              <a:ext cx="509821" cy="246221"/>
              <a:chOff x="1430255" y="3310862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1" name="Ovale 70">
                <a:extLst>
                  <a:ext uri="{FF2B5EF4-FFF2-40B4-BE49-F238E27FC236}">
                    <a16:creationId xmlns:a16="http://schemas.microsoft.com/office/drawing/2014/main" id="{C8F41613-D750-1F5C-4458-0488D328F6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D9F667FD-4184-A85A-6CDE-FB438337B79C}"/>
                  </a:ext>
                </a:extLst>
              </p:cNvPr>
              <p:cNvSpPr txBox="1"/>
              <p:nvPr/>
            </p:nvSpPr>
            <p:spPr>
              <a:xfrm>
                <a:off x="1430255" y="3310862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0" name="CasellaDiTesto 69">
              <a:extLst>
                <a:ext uri="{FF2B5EF4-FFF2-40B4-BE49-F238E27FC236}">
                  <a16:creationId xmlns:a16="http://schemas.microsoft.com/office/drawing/2014/main" id="{3CC8AE64-E5C7-DF2F-5AA3-00FCE352930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Cambiaso</a:t>
              </a:r>
            </a:p>
          </p:txBody>
        </p:sp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0CDB5937-840A-EB3B-46DD-C10C7EE6C693}"/>
              </a:ext>
            </a:extLst>
          </p:cNvPr>
          <p:cNvGrpSpPr/>
          <p:nvPr/>
        </p:nvGrpSpPr>
        <p:grpSpPr>
          <a:xfrm flipH="1">
            <a:off x="3793734" y="3087689"/>
            <a:ext cx="932516" cy="456884"/>
            <a:chOff x="2312419" y="3416804"/>
            <a:chExt cx="932516" cy="456884"/>
          </a:xfrm>
        </p:grpSpPr>
        <p:grpSp>
          <p:nvGrpSpPr>
            <p:cNvPr id="74" name="Gruppo 73">
              <a:extLst>
                <a:ext uri="{FF2B5EF4-FFF2-40B4-BE49-F238E27FC236}">
                  <a16:creationId xmlns:a16="http://schemas.microsoft.com/office/drawing/2014/main" id="{24AB6ED9-E69E-C7B8-72DC-1198C16E39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6" name="Ovale 75">
                <a:extLst>
                  <a:ext uri="{FF2B5EF4-FFF2-40B4-BE49-F238E27FC236}">
                    <a16:creationId xmlns:a16="http://schemas.microsoft.com/office/drawing/2014/main" id="{900CFF81-1DE5-643B-DE35-4A6E7DBD7C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C4415BBB-7737-245B-EA50-BF12C76B28B2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5" name="CasellaDiTesto 74">
              <a:extLst>
                <a:ext uri="{FF2B5EF4-FFF2-40B4-BE49-F238E27FC236}">
                  <a16:creationId xmlns:a16="http://schemas.microsoft.com/office/drawing/2014/main" id="{9946A6CF-F40F-E0FA-8B27-54AC0D87C7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Thuram</a:t>
              </a:r>
            </a:p>
          </p:txBody>
        </p:sp>
      </p:grpSp>
      <p:grpSp>
        <p:nvGrpSpPr>
          <p:cNvPr id="78" name="Gruppo 77">
            <a:extLst>
              <a:ext uri="{FF2B5EF4-FFF2-40B4-BE49-F238E27FC236}">
                <a16:creationId xmlns:a16="http://schemas.microsoft.com/office/drawing/2014/main" id="{57901FA2-29B2-3EE9-FFDA-1E357B70566C}"/>
              </a:ext>
            </a:extLst>
          </p:cNvPr>
          <p:cNvGrpSpPr/>
          <p:nvPr/>
        </p:nvGrpSpPr>
        <p:grpSpPr>
          <a:xfrm flipH="1">
            <a:off x="3776554" y="1608673"/>
            <a:ext cx="932516" cy="456884"/>
            <a:chOff x="2312419" y="3416804"/>
            <a:chExt cx="932516" cy="456884"/>
          </a:xfrm>
        </p:grpSpPr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B55F28BC-37F1-1A59-CC7D-F0667B402C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10CDB27F-2C6E-2BF9-F6DC-9376B45C78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21D43F79-0D46-7D3B-9A42-0DB2EB40CB9B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5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0" name="CasellaDiTesto 79">
              <a:extLst>
                <a:ext uri="{FF2B5EF4-FFF2-40B4-BE49-F238E27FC236}">
                  <a16:creationId xmlns:a16="http://schemas.microsoft.com/office/drawing/2014/main" id="{5075D832-441B-8F7C-E951-234359CC20F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Locatelli</a:t>
              </a:r>
            </a:p>
          </p:txBody>
        </p:sp>
      </p:grp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15848553-0E9A-CDD3-F226-C01C09691082}"/>
              </a:ext>
            </a:extLst>
          </p:cNvPr>
          <p:cNvGrpSpPr/>
          <p:nvPr/>
        </p:nvGrpSpPr>
        <p:grpSpPr>
          <a:xfrm flipH="1">
            <a:off x="3485112" y="4389868"/>
            <a:ext cx="932516" cy="456884"/>
            <a:chOff x="2312419" y="3416804"/>
            <a:chExt cx="932516" cy="456884"/>
          </a:xfrm>
        </p:grpSpPr>
        <p:grpSp>
          <p:nvGrpSpPr>
            <p:cNvPr id="84" name="Gruppo 83">
              <a:extLst>
                <a:ext uri="{FF2B5EF4-FFF2-40B4-BE49-F238E27FC236}">
                  <a16:creationId xmlns:a16="http://schemas.microsoft.com/office/drawing/2014/main" id="{23CE0A0E-1CA4-7FED-D98A-35CE005A1E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6" name="Ovale 85">
                <a:extLst>
                  <a:ext uri="{FF2B5EF4-FFF2-40B4-BE49-F238E27FC236}">
                    <a16:creationId xmlns:a16="http://schemas.microsoft.com/office/drawing/2014/main" id="{68661988-C227-41A4-E3B7-A79FB1E5FA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7C81F198-C247-114E-DAA0-9181C04B0DC9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8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5" name="CasellaDiTesto 84">
              <a:extLst>
                <a:ext uri="{FF2B5EF4-FFF2-40B4-BE49-F238E27FC236}">
                  <a16:creationId xmlns:a16="http://schemas.microsoft.com/office/drawing/2014/main" id="{7CB13BC9-F0FA-4300-F66A-9200BED9C1D9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Koopmeiners</a:t>
              </a:r>
            </a:p>
          </p:txBody>
        </p:sp>
      </p:grpSp>
      <p:grpSp>
        <p:nvGrpSpPr>
          <p:cNvPr id="88" name="Gruppo 87">
            <a:extLst>
              <a:ext uri="{FF2B5EF4-FFF2-40B4-BE49-F238E27FC236}">
                <a16:creationId xmlns:a16="http://schemas.microsoft.com/office/drawing/2014/main" id="{3B50ED6A-BA4A-B86D-48C3-364272ACCE75}"/>
              </a:ext>
            </a:extLst>
          </p:cNvPr>
          <p:cNvGrpSpPr/>
          <p:nvPr/>
        </p:nvGrpSpPr>
        <p:grpSpPr>
          <a:xfrm flipH="1">
            <a:off x="3694744" y="260238"/>
            <a:ext cx="932516" cy="456884"/>
            <a:chOff x="2312419" y="3416804"/>
            <a:chExt cx="932516" cy="456884"/>
          </a:xfrm>
        </p:grpSpPr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963230D1-ACEF-8D13-B02A-96EEA51378B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1353" y="3627467"/>
              <a:ext cx="509821" cy="246221"/>
              <a:chOff x="1437709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1" name="Ovale 90">
                <a:extLst>
                  <a:ext uri="{FF2B5EF4-FFF2-40B4-BE49-F238E27FC236}">
                    <a16:creationId xmlns:a16="http://schemas.microsoft.com/office/drawing/2014/main" id="{23A0A981-8939-0E41-EB0B-C6E4457F99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92" name="CasellaDiTesto 91">
                <a:extLst>
                  <a:ext uri="{FF2B5EF4-FFF2-40B4-BE49-F238E27FC236}">
                    <a16:creationId xmlns:a16="http://schemas.microsoft.com/office/drawing/2014/main" id="{52F0932E-D387-1B9D-77BA-CCDC775B9D3D}"/>
                  </a:ext>
                </a:extLst>
              </p:cNvPr>
              <p:cNvSpPr txBox="1"/>
              <p:nvPr/>
            </p:nvSpPr>
            <p:spPr>
              <a:xfrm>
                <a:off x="1437709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32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0" name="CasellaDiTesto 89">
              <a:extLst>
                <a:ext uri="{FF2B5EF4-FFF2-40B4-BE49-F238E27FC236}">
                  <a16:creationId xmlns:a16="http://schemas.microsoft.com/office/drawing/2014/main" id="{8D4CDD5F-5B31-9587-A2A7-9EE21D68F75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Cabal</a:t>
              </a:r>
            </a:p>
          </p:txBody>
        </p:sp>
      </p:grpSp>
      <p:grpSp>
        <p:nvGrpSpPr>
          <p:cNvPr id="93" name="Gruppo 92">
            <a:extLst>
              <a:ext uri="{FF2B5EF4-FFF2-40B4-BE49-F238E27FC236}">
                <a16:creationId xmlns:a16="http://schemas.microsoft.com/office/drawing/2014/main" id="{F936D488-0503-F23B-5BBB-B454AE5268A2}"/>
              </a:ext>
            </a:extLst>
          </p:cNvPr>
          <p:cNvGrpSpPr/>
          <p:nvPr/>
        </p:nvGrpSpPr>
        <p:grpSpPr>
          <a:xfrm flipH="1">
            <a:off x="2619573" y="1690098"/>
            <a:ext cx="932516" cy="456884"/>
            <a:chOff x="2312419" y="3416804"/>
            <a:chExt cx="932516" cy="456884"/>
          </a:xfrm>
        </p:grpSpPr>
        <p:grpSp>
          <p:nvGrpSpPr>
            <p:cNvPr id="94" name="Gruppo 93">
              <a:extLst>
                <a:ext uri="{FF2B5EF4-FFF2-40B4-BE49-F238E27FC236}">
                  <a16:creationId xmlns:a16="http://schemas.microsoft.com/office/drawing/2014/main" id="{6E5688A8-156C-C761-CEC8-051707725F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3919" y="3627467"/>
              <a:ext cx="509821" cy="246221"/>
              <a:chOff x="1430074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6" name="Ovale 95">
                <a:extLst>
                  <a:ext uri="{FF2B5EF4-FFF2-40B4-BE49-F238E27FC236}">
                    <a16:creationId xmlns:a16="http://schemas.microsoft.com/office/drawing/2014/main" id="{4A61FF3A-B6C0-1DBF-B85A-4BE1D1D815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01" name="CasellaDiTesto 100">
                <a:extLst>
                  <a:ext uri="{FF2B5EF4-FFF2-40B4-BE49-F238E27FC236}">
                    <a16:creationId xmlns:a16="http://schemas.microsoft.com/office/drawing/2014/main" id="{B91982F9-2183-F888-D98B-F57422789A8D}"/>
                  </a:ext>
                </a:extLst>
              </p:cNvPr>
              <p:cNvSpPr txBox="1"/>
              <p:nvPr/>
            </p:nvSpPr>
            <p:spPr>
              <a:xfrm>
                <a:off x="1430074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10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5C668BAA-A347-F87D-AB8A-5ACEBFF3292A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Yıldız</a:t>
              </a:r>
            </a:p>
          </p:txBody>
        </p: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E3B48795-C1BF-4482-44EA-344AEA9EF7CD}"/>
              </a:ext>
            </a:extLst>
          </p:cNvPr>
          <p:cNvGrpSpPr/>
          <p:nvPr/>
        </p:nvGrpSpPr>
        <p:grpSpPr>
          <a:xfrm flipH="1">
            <a:off x="2637748" y="2884493"/>
            <a:ext cx="932516" cy="456884"/>
            <a:chOff x="2312419" y="3416804"/>
            <a:chExt cx="932516" cy="456884"/>
          </a:xfrm>
        </p:grpSpPr>
        <p:grpSp>
          <p:nvGrpSpPr>
            <p:cNvPr id="104" name="Gruppo 103">
              <a:extLst>
                <a:ext uri="{FF2B5EF4-FFF2-40B4-BE49-F238E27FC236}">
                  <a16:creationId xmlns:a16="http://schemas.microsoft.com/office/drawing/2014/main" id="{FC19523E-8901-C8F1-32A5-F8E4711387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7" name="Ovale 106">
                <a:extLst>
                  <a:ext uri="{FF2B5EF4-FFF2-40B4-BE49-F238E27FC236}">
                    <a16:creationId xmlns:a16="http://schemas.microsoft.com/office/drawing/2014/main" id="{B7BD42C6-A0CF-2353-1AD0-33C7591BFA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08" name="CasellaDiTesto 107">
                <a:extLst>
                  <a:ext uri="{FF2B5EF4-FFF2-40B4-BE49-F238E27FC236}">
                    <a16:creationId xmlns:a16="http://schemas.microsoft.com/office/drawing/2014/main" id="{BECC3463-09A5-5904-8788-65B692AA7F7D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6" name="CasellaDiTesto 105">
              <a:extLst>
                <a:ext uri="{FF2B5EF4-FFF2-40B4-BE49-F238E27FC236}">
                  <a16:creationId xmlns:a16="http://schemas.microsoft.com/office/drawing/2014/main" id="{84B4F872-8A23-D660-B4C1-931A1AFE21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Vlahović</a:t>
              </a: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C571E32E-3570-5D0B-0169-A8B627490A7A}"/>
              </a:ext>
            </a:extLst>
          </p:cNvPr>
          <p:cNvGrpSpPr/>
          <p:nvPr/>
        </p:nvGrpSpPr>
        <p:grpSpPr>
          <a:xfrm flipH="1">
            <a:off x="2297233" y="860383"/>
            <a:ext cx="932516" cy="450141"/>
            <a:chOff x="2312419" y="3416804"/>
            <a:chExt cx="932516" cy="450141"/>
          </a:xfrm>
        </p:grpSpPr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036032F8-0ABD-4953-D6B2-A8C8EBA3F8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Ovale 14">
                <a:extLst>
                  <a:ext uri="{FF2B5EF4-FFF2-40B4-BE49-F238E27FC236}">
                    <a16:creationId xmlns:a16="http://schemas.microsoft.com/office/drawing/2014/main" id="{63FDB0BD-2A38-FA2B-E414-8724D47F5A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620405A2-1E99-06F5-A9AA-45B4F54403FB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76435487-00B2-B876-F581-20404463306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defRPr/>
              </a:pP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TER </a:t>
              </a:r>
              <a:r>
                <a:rPr lang="it-IT" sz="1000" dirty="0" err="1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S</a:t>
              </a:r>
              <a:endParaRPr lang="it-IT" sz="1000" dirty="0">
                <a:solidFill>
                  <a:prstClr val="black"/>
                </a:solidFill>
                <a:latin typeface="Avenir Next Condensed" panose="020B0506020202020204" pitchFamily="34" charset="0"/>
              </a:endParaRP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BC6D12A7-F137-6BA4-E63B-488CBCC488C4}"/>
              </a:ext>
            </a:extLst>
          </p:cNvPr>
          <p:cNvGrpSpPr/>
          <p:nvPr/>
        </p:nvGrpSpPr>
        <p:grpSpPr>
          <a:xfrm flipH="1">
            <a:off x="2191961" y="2801007"/>
            <a:ext cx="932516" cy="450141"/>
            <a:chOff x="2312419" y="3416804"/>
            <a:chExt cx="932516" cy="450141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60C63F63-A135-148F-552B-DFB130E908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Ovale 19">
                <a:extLst>
                  <a:ext uri="{FF2B5EF4-FFF2-40B4-BE49-F238E27FC236}">
                    <a16:creationId xmlns:a16="http://schemas.microsoft.com/office/drawing/2014/main" id="{5810682A-8D9C-2068-EAD8-A6BBC8AD0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146831E-3E4F-6C9D-B0BB-3BDFFCC55CE3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5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2085FF7D-B5B1-8E05-B7CA-BAEF057B8657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DC </a:t>
              </a: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D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336BBBA0-86C8-EB03-4933-C91E3FB3AA6B}"/>
              </a:ext>
            </a:extLst>
          </p:cNvPr>
          <p:cNvGrpSpPr/>
          <p:nvPr/>
        </p:nvGrpSpPr>
        <p:grpSpPr>
          <a:xfrm flipH="1">
            <a:off x="2290953" y="3744683"/>
            <a:ext cx="932516" cy="450141"/>
            <a:chOff x="2312419" y="3416804"/>
            <a:chExt cx="932516" cy="450141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792B04DD-B3C9-974C-7982-5988EE50E8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" name="Ovale 29">
                <a:extLst>
                  <a:ext uri="{FF2B5EF4-FFF2-40B4-BE49-F238E27FC236}">
                    <a16:creationId xmlns:a16="http://schemas.microsoft.com/office/drawing/2014/main" id="{3F447ADA-634A-BAFD-4F88-082755278A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84D73E7D-EB28-18DD-30DD-99501C3FF25A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0D63622B-A2FD-134D-F34C-9F0E3C44BFB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TER D</a:t>
              </a:r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4876DE8C-D51F-1C2B-42B5-F0054C2BA587}"/>
              </a:ext>
            </a:extLst>
          </p:cNvPr>
          <p:cNvGrpSpPr/>
          <p:nvPr/>
        </p:nvGrpSpPr>
        <p:grpSpPr>
          <a:xfrm flipH="1">
            <a:off x="3145856" y="2870747"/>
            <a:ext cx="932516" cy="450141"/>
            <a:chOff x="2312419" y="3416804"/>
            <a:chExt cx="932516" cy="450141"/>
          </a:xfrm>
        </p:grpSpPr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BAC09257-878C-2656-6891-11BCBADA8F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BB46E1EE-DFF9-CDDD-3720-7CB3AA1C6F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0D9FBAE4-55CA-024F-EE4B-39F433346D42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8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C7F0A523-149B-236C-5486-7D5FD971B2BE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CEN D</a:t>
              </a: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F4009FEB-E114-92A5-475B-4A76CD69A951}"/>
              </a:ext>
            </a:extLst>
          </p:cNvPr>
          <p:cNvGrpSpPr/>
          <p:nvPr/>
        </p:nvGrpSpPr>
        <p:grpSpPr>
          <a:xfrm flipH="1">
            <a:off x="3147458" y="1650878"/>
            <a:ext cx="932516" cy="450141"/>
            <a:chOff x="2312419" y="3416804"/>
            <a:chExt cx="932516" cy="450141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5D08E7DE-2776-3498-609A-A2BAFE4D01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Ovale 39">
                <a:extLst>
                  <a:ext uri="{FF2B5EF4-FFF2-40B4-BE49-F238E27FC236}">
                    <a16:creationId xmlns:a16="http://schemas.microsoft.com/office/drawing/2014/main" id="{3CFFCE95-B8B7-F700-D195-2DE5DD3F7A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FC76543D-374D-5D0B-3F96-5AD84FDC6F59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3406FC77-948D-FCCB-F58F-018A8134EA98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CEN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D38E09CB-3D82-CC2C-2E26-AE29FCD0D1DD}"/>
              </a:ext>
            </a:extLst>
          </p:cNvPr>
          <p:cNvGrpSpPr/>
          <p:nvPr/>
        </p:nvGrpSpPr>
        <p:grpSpPr>
          <a:xfrm flipH="1">
            <a:off x="3979388" y="2329927"/>
            <a:ext cx="932516" cy="450141"/>
            <a:chOff x="2312419" y="3416804"/>
            <a:chExt cx="932516" cy="450141"/>
          </a:xfrm>
        </p:grpSpPr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768D6764-8D5E-A4EE-6111-3B6E2EFDEB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E8DD141E-7654-A729-EABA-89DE74CEEF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B6D3D534-017E-B0C1-A9A5-42D57692D382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10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6CBE6E62-5F46-94F3-15BC-53FB2F0AC61F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TREQ.</a:t>
              </a:r>
            </a:p>
          </p:txBody>
        </p:sp>
      </p:grp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233D15F3-6195-BECD-3D3B-AF41261C1840}"/>
              </a:ext>
            </a:extLst>
          </p:cNvPr>
          <p:cNvGrpSpPr/>
          <p:nvPr/>
        </p:nvGrpSpPr>
        <p:grpSpPr>
          <a:xfrm flipH="1">
            <a:off x="4460886" y="975000"/>
            <a:ext cx="932516" cy="450141"/>
            <a:chOff x="2312419" y="3416804"/>
            <a:chExt cx="932516" cy="450141"/>
          </a:xfrm>
        </p:grpSpPr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2CB47198-5C94-B44E-A29D-A5150C913B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0" name="Ovale 49">
                <a:extLst>
                  <a:ext uri="{FF2B5EF4-FFF2-40B4-BE49-F238E27FC236}">
                    <a16:creationId xmlns:a16="http://schemas.microsoft.com/office/drawing/2014/main" id="{98C4020B-4842-2767-513A-D8EF54CA07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C02D2AA3-B552-68E9-CC46-E26A21CBC1F3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D6C27283-9997-020D-06BB-C35F811A3C3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ALA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4E368837-6261-FB24-514C-5E9FFBFCFFF7}"/>
              </a:ext>
            </a:extLst>
          </p:cNvPr>
          <p:cNvGrpSpPr/>
          <p:nvPr/>
        </p:nvGrpSpPr>
        <p:grpSpPr>
          <a:xfrm flipH="1">
            <a:off x="4389649" y="3632106"/>
            <a:ext cx="932516" cy="450141"/>
            <a:chOff x="2312419" y="3416804"/>
            <a:chExt cx="932516" cy="450141"/>
          </a:xfrm>
        </p:grpSpPr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12F7ACF1-496D-3BB0-6E09-F292212294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5" name="Ovale 54">
                <a:extLst>
                  <a:ext uri="{FF2B5EF4-FFF2-40B4-BE49-F238E27FC236}">
                    <a16:creationId xmlns:a16="http://schemas.microsoft.com/office/drawing/2014/main" id="{C1A05CD6-B39B-C94D-7ACF-0F71FFC28E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66106842-8EEA-40C3-AACD-F40EB155B155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3F27030D-85D8-5806-DA16-36643A220AD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ALA </a:t>
              </a: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D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6F860713-F17A-AC40-D339-78E7B7053BCC}"/>
              </a:ext>
            </a:extLst>
          </p:cNvPr>
          <p:cNvGrpSpPr/>
          <p:nvPr/>
        </p:nvGrpSpPr>
        <p:grpSpPr>
          <a:xfrm flipH="1">
            <a:off x="5026136" y="2270436"/>
            <a:ext cx="932516" cy="450141"/>
            <a:chOff x="2312419" y="3416804"/>
            <a:chExt cx="932516" cy="450141"/>
          </a:xfrm>
        </p:grpSpPr>
        <p:grpSp>
          <p:nvGrpSpPr>
            <p:cNvPr id="109" name="Gruppo 108">
              <a:extLst>
                <a:ext uri="{FF2B5EF4-FFF2-40B4-BE49-F238E27FC236}">
                  <a16:creationId xmlns:a16="http://schemas.microsoft.com/office/drawing/2014/main" id="{1AEE2AD1-9A92-FF6B-2B3E-B7F51EA322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1" name="Ovale 110">
                <a:extLst>
                  <a:ext uri="{FF2B5EF4-FFF2-40B4-BE49-F238E27FC236}">
                    <a16:creationId xmlns:a16="http://schemas.microsoft.com/office/drawing/2014/main" id="{EF547BD8-173E-93D5-9862-7A95137D54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13" name="CasellaDiTesto 112">
                <a:extLst>
                  <a:ext uri="{FF2B5EF4-FFF2-40B4-BE49-F238E27FC236}">
                    <a16:creationId xmlns:a16="http://schemas.microsoft.com/office/drawing/2014/main" id="{26D51857-568A-48D7-B6E5-644949970A95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0" name="CasellaDiTesto 109">
              <a:extLst>
                <a:ext uri="{FF2B5EF4-FFF2-40B4-BE49-F238E27FC236}">
                  <a16:creationId xmlns:a16="http://schemas.microsoft.com/office/drawing/2014/main" id="{11CF46D5-6F98-F9F5-20F6-E7A77C44A7F9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ATT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897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287141</TotalTime>
  <Words>1149</Words>
  <Application>Microsoft Macintosh PowerPoint</Application>
  <PresentationFormat>Presentazione su schermo (16:9)</PresentationFormat>
  <Paragraphs>706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5" baseType="lpstr">
      <vt:lpstr>Arial</vt:lpstr>
      <vt:lpstr>Avenir Next Condensed</vt:lpstr>
      <vt:lpstr>Avenir Next Condensed Demi Bold</vt:lpstr>
      <vt:lpstr>Calibri</vt:lpstr>
      <vt:lpstr>Calibri Light</vt:lpstr>
      <vt:lpstr>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Simone Filippo Contran</dc:creator>
  <cp:lastModifiedBy>Simone Contran</cp:lastModifiedBy>
  <cp:revision>2071</cp:revision>
  <cp:lastPrinted>2025-04-07T20:27:46Z</cp:lastPrinted>
  <dcterms:created xsi:type="dcterms:W3CDTF">2020-04-30T21:06:22Z</dcterms:created>
  <dcterms:modified xsi:type="dcterms:W3CDTF">2026-05-07T15:00:19Z</dcterms:modified>
</cp:coreProperties>
</file>