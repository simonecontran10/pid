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notesMasterIdLst>
    <p:notesMasterId r:id="rId11"/>
  </p:notesMasterIdLst>
  <p:sldIdLst>
    <p:sldId id="1221" r:id="rId3"/>
    <p:sldId id="1225" r:id="rId9"/>
    <p:sldId id="1222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989"/>
    <a:srgbClr val="1B5295"/>
    <a:srgbClr val="004B95"/>
    <a:srgbClr val="FFFF00"/>
    <a:srgbClr val="005B2E"/>
    <a:srgbClr val="CFD7E7"/>
    <a:srgbClr val="F8ED41"/>
    <a:srgbClr val="0C6338"/>
    <a:srgbClr val="105332"/>
    <a:srgbClr val="005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94850"/>
  </p:normalViewPr>
  <p:slideViewPr>
    <p:cSldViewPr snapToGrid="0" snapToObjects="1" showGuides="1">
      <p:cViewPr varScale="1">
        <p:scale>
          <a:sx n="147" d="100"/>
          <a:sy n="147" d="100"/>
        </p:scale>
        <p:origin x="64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A16E4-E61B-E847-83BC-650566468D55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4A374-4BFD-9448-970E-AE3EBC8D7E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C784-7983-9CA4-395E-9E94F410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F9B8BE-9059-710A-4D76-24C8BED51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D74C31-2D63-6D86-59E5-65593EC10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B9BBFC-54E7-027E-952F-318F313A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AA218-7BE7-4DD1-93BC-0D5D68D8F85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73091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89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46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559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308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72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030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43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15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36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59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888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706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4490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51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5776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001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7977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23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262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677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663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3390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85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70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7.png"/><Relationship Id="rId14" Type="http://schemas.openxmlformats.org/officeDocument/2006/relationships/image" Target="../media/image11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0.png"/><Relationship Id="rId18" Type="http://schemas.openxmlformats.org/officeDocument/2006/relationships/image" Target="../media/image16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15B17-B6C7-B074-F642-F46AA3F8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>
            <a:extLst>
              <a:ext uri="{FF2B5EF4-FFF2-40B4-BE49-F238E27FC236}">
                <a16:creationId xmlns:a16="http://schemas.microsoft.com/office/drawing/2014/main" id="{0F6BFDF3-4CF9-387A-69D3-FEFAA6740646}"/>
              </a:ext>
            </a:extLst>
          </p:cNvPr>
          <p:cNvSpPr/>
          <p:nvPr/>
        </p:nvSpPr>
        <p:spPr>
          <a:xfrm>
            <a:off x="0" y="-1"/>
            <a:ext cx="9046894" cy="5143498"/>
          </a:xfrm>
          <a:prstGeom prst="rect">
            <a:avLst/>
          </a:prstGeom>
          <a:solidFill>
            <a:srgbClr val="4C2989"/>
          </a:solidFill>
          <a:ln>
            <a:noFill/>
          </a:ln>
          <a:effectLst>
            <a:outerShdw blurRad="263715" dist="36783" dir="10800000" sx="103000" sy="103000" algn="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EEF220C-0CAC-41EF-D4E6-4F5AB7510DC9}"/>
              </a:ext>
            </a:extLst>
          </p:cNvPr>
          <p:cNvSpPr/>
          <p:nvPr/>
        </p:nvSpPr>
        <p:spPr>
          <a:xfrm>
            <a:off x="2050295" y="4453930"/>
            <a:ext cx="1096936" cy="152296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21F10CA2-A167-224B-BAB7-977CCA5501FF}"/>
              </a:ext>
            </a:extLst>
          </p:cNvPr>
          <p:cNvGrpSpPr/>
          <p:nvPr/>
        </p:nvGrpSpPr>
        <p:grpSpPr>
          <a:xfrm>
            <a:off x="2" y="101875"/>
            <a:ext cx="6918688" cy="3659975"/>
            <a:chOff x="4732117" y="-19349"/>
            <a:chExt cx="6586915" cy="3659975"/>
          </a:xfrm>
        </p:grpSpPr>
        <p:cxnSp>
          <p:nvCxnSpPr>
            <p:cNvPr id="37" name="Connettore 1 36">
              <a:extLst>
                <a:ext uri="{FF2B5EF4-FFF2-40B4-BE49-F238E27FC236}">
                  <a16:creationId xmlns:a16="http://schemas.microsoft.com/office/drawing/2014/main" id="{8599974C-D377-9CC7-F8A0-7071B72CC3E4}"/>
                </a:ext>
              </a:extLst>
            </p:cNvPr>
            <p:cNvCxnSpPr>
              <a:cxnSpLocks/>
            </p:cNvCxnSpPr>
            <p:nvPr/>
          </p:nvCxnSpPr>
          <p:spPr>
            <a:xfrm>
              <a:off x="7475084" y="2885567"/>
              <a:ext cx="37792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>
              <a:extLst>
                <a:ext uri="{FF2B5EF4-FFF2-40B4-BE49-F238E27FC236}">
                  <a16:creationId xmlns:a16="http://schemas.microsoft.com/office/drawing/2014/main" id="{4A124607-C51D-7A9D-9DCA-1F17CC99DB60}"/>
                </a:ext>
              </a:extLst>
            </p:cNvPr>
            <p:cNvCxnSpPr>
              <a:cxnSpLocks/>
            </p:cNvCxnSpPr>
            <p:nvPr/>
          </p:nvCxnSpPr>
          <p:spPr>
            <a:xfrm>
              <a:off x="4740209" y="2885567"/>
              <a:ext cx="216277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74820FA4-444D-76DD-87B7-73135516DEA3}"/>
                </a:ext>
              </a:extLst>
            </p:cNvPr>
            <p:cNvSpPr txBox="1"/>
            <p:nvPr/>
          </p:nvSpPr>
          <p:spPr>
            <a:xfrm>
              <a:off x="6902985" y="2700901"/>
              <a:ext cx="60655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VS</a:t>
              </a:r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C0F7FD2F-7CE7-4118-2352-AE61F40F1D83}"/>
                </a:ext>
              </a:extLst>
            </p:cNvPr>
            <p:cNvSpPr txBox="1"/>
            <p:nvPr/>
          </p:nvSpPr>
          <p:spPr>
            <a:xfrm>
              <a:off x="5449097" y="2932740"/>
              <a:ext cx="3514334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4000" dirty="0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JUVENTUS</a:t>
              </a:r>
            </a:p>
          </p:txBody>
        </p:sp>
        <p:cxnSp>
          <p:nvCxnSpPr>
            <p:cNvPr id="41" name="Connettore 1 40">
              <a:extLst>
                <a:ext uri="{FF2B5EF4-FFF2-40B4-BE49-F238E27FC236}">
                  <a16:creationId xmlns:a16="http://schemas.microsoft.com/office/drawing/2014/main" id="{991C408D-6ACF-35AA-95B2-76E806D9FD12}"/>
                </a:ext>
              </a:extLst>
            </p:cNvPr>
            <p:cNvCxnSpPr>
              <a:cxnSpLocks/>
            </p:cNvCxnSpPr>
            <p:nvPr/>
          </p:nvCxnSpPr>
          <p:spPr>
            <a:xfrm>
              <a:off x="4732117" y="3543849"/>
              <a:ext cx="658691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Google Shape;130;p18">
              <a:extLst>
                <a:ext uri="{FF2B5EF4-FFF2-40B4-BE49-F238E27FC236}">
                  <a16:creationId xmlns:a16="http://schemas.microsoft.com/office/drawing/2014/main" id="{855809CA-6DD4-41C7-A74C-0B2C12110CD5}"/>
                </a:ext>
              </a:extLst>
            </p:cNvPr>
            <p:cNvSpPr txBox="1"/>
            <p:nvPr/>
          </p:nvSpPr>
          <p:spPr>
            <a:xfrm>
              <a:off x="4911480" y="-19349"/>
              <a:ext cx="45720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6" tIns="45700" rIns="91426" bIns="45700" anchor="t" anchorCtr="0">
              <a:noAutofit/>
            </a:bodyPr>
            <a:lstStyle/>
            <a:p>
              <a:pPr algn="ctr">
                <a:lnSpc>
                  <a:spcPct val="115000"/>
                </a:lnSpc>
                <a:buSzPts val="1100"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Stadio – Città – Paese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GG Mese 2026 – HH:MM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Serie A 2026/27 – Xª giornata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5A5AA5-0D32-520A-D8E4-6B249303D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2121540" y="1487702"/>
            <a:ext cx="936000" cy="9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82C91-5F09-4AD2-5DD7-43B03889E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5" t="883" r="28212" b="-883"/>
          <a:stretch>
            <a:fillRect/>
          </a:stretch>
        </p:blipFill>
        <p:spPr bwMode="auto">
          <a:xfrm>
            <a:off x="4968667" y="-143824"/>
            <a:ext cx="4230236" cy="5431148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67B2EEC-47E9-8724-7B7F-6119730E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2417221" y="4566783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6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0355D-9676-1CB1-07A4-B80D9D9A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o 13">
            <a:extLst>
              <a:ext uri="{FF2B5EF4-FFF2-40B4-BE49-F238E27FC236}">
                <a16:creationId xmlns:a16="http://schemas.microsoft.com/office/drawing/2014/main" id="{30FF1BC9-2788-9750-12D3-C39DDC79FDD2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E7877E95-7F43-4332-B379-5A1133FF26D3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160D4929-DE87-4740-FBE4-801411ECBA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0D47DF5C-C5D9-66EE-4AB7-2F5D5A5141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023E8430-9F22-7555-E66B-4FD24C0B77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5A892282-72FC-754C-B15B-DAC35EE560C8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0802D2DB-2DB3-5536-BA70-A2708CC474D0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2031FB21-B36C-8FB2-5548-0C3D0B4AE595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0" name="Immagine 29">
            <a:extLst>
              <a:ext uri="{FF2B5EF4-FFF2-40B4-BE49-F238E27FC236}">
                <a16:creationId xmlns:a16="http://schemas.microsoft.com/office/drawing/2014/main" id="{86671847-90FD-EC0F-C375-9B7023D896C7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EC1ADCB6-BD15-C69E-36D6-CD2757E906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64DA7EA5-98EE-FEB0-B9B5-1DADA05D157C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2C13AAC1-9BCC-0E59-CCE1-9DA314B314F5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3AAA9022-6A06-1A9D-0A0A-E5699D0226AD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4966E070-9053-C082-6C0B-13555F8801A8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E9929526-348D-DBAE-AD53-4F926F9D387F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9161AD7E-9467-7FE2-8697-1E0BC2D28A61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454E3BE-677E-F943-14D7-6D7C21B4ACAD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JUVENTUS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2027615-BA0C-C301-0CB1-597B67BD3308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4-2-3-1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343D3DFF-E239-6AFF-0B7C-D45B68CEA3CB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78730BC-BC09-9880-CA90-934266F2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B336085-7A10-C745-5364-7010DFC43E96}"/>
              </a:ext>
            </a:extLst>
          </p:cNvPr>
          <p:cNvSpPr txBox="1"/>
          <p:nvPr/>
        </p:nvSpPr>
        <p:spPr>
          <a:xfrm>
            <a:off x="4184240" y="380345"/>
            <a:ext cx="32004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52B6B649-2C93-8F18-5F6B-7180CD2C5703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E14C728D-D193-889E-7EFE-E4B390F5B2D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5FB7D358-4561-5B7D-46E9-52E87A17FAE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PERIN 188 Cm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93E04769-42CB-279D-788E-F2719033C4F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15BCAB97-1A6D-FB47-82DD-94F361869E0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FCB2260C-0EC3-58D9-BFD1-D5F78F4C2FA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4FF0F83A-9198-9C95-9487-870A1C39AE0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33B68217-BC2C-0B26-6C6C-CE6A88AC2AF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A37B574-74AD-F8BF-CDA7-98F21F65AAC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AE4809A5-0CAC-B81C-85E6-E7A84AC34F9B}"/>
              </a:ext>
            </a:extLst>
          </p:cNvPr>
          <p:cNvGrpSpPr/>
          <p:nvPr/>
        </p:nvGrpSpPr>
        <p:grpSpPr>
          <a:xfrm>
            <a:off x="4720580" y="1506931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33876312-B19F-E2D1-6E3D-38EAF2AA93C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129FC2C4-F453-4B28-C5F6-3BF4BA351C1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BREMER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0E24BA10-FC32-2A82-92A2-93556002C11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C5DAC03B-892E-C451-7AA4-040CC88B1D4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4FF89A50-4589-6DD6-120A-15613489955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4982EB4A-5BAF-856F-E410-67D28B7E5A6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3A7DA7F5-FB5D-162B-499D-87F39FC7BC2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861FA01C-B7EB-B905-2637-1F7A2DB0693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A837F0C1-6A1C-8607-1119-6B66D4581673}"/>
              </a:ext>
            </a:extLst>
          </p:cNvPr>
          <p:cNvGrpSpPr/>
          <p:nvPr/>
        </p:nvGrpSpPr>
        <p:grpSpPr>
          <a:xfrm>
            <a:off x="1262473" y="1506287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CA7EB17D-FD94-0043-E204-DCD0091D4C3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63EB4D61-91B7-B062-E222-69BC7308EDD9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CAMBIASO 182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F684F855-C801-0F8E-84A5-8E3B2DEEBAB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A087E881-4078-752E-21B0-D70686BE79C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8E79FDF8-086D-4C78-4DE6-E1F9A97A551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C46F74B2-248F-8995-8511-F1AE754754B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DC7CB3B8-9C10-E929-A64F-0A9DD043752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E409C018-E7C7-5395-2F0A-2FF8C319F51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D2315B24-CB03-3867-5E55-D2D6B684A77A}"/>
              </a:ext>
            </a:extLst>
          </p:cNvPr>
          <p:cNvGrpSpPr/>
          <p:nvPr/>
        </p:nvGrpSpPr>
        <p:grpSpPr>
          <a:xfrm>
            <a:off x="2965645" y="1507941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2F551274-BC80-1CE8-A685-A53D8912070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83BC2D8E-E326-B3AF-6065-7BFEDDE2825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GATTI 190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AE664D3B-F248-A308-FBB4-9C1EEDB6800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07A20A22-8A95-AD8B-2C1E-C832502E488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9E1D0578-48DD-B90A-EB01-387EB4642A3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0DFC6FA5-5388-C2A4-FE0D-5F9E11ABC54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4478FA5E-533B-C897-C12C-C6A92B9F140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64144058-559D-0762-7D9A-E92E3C8755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B65B2202-5B49-A62A-E52B-7EE2AD9548E8}"/>
              </a:ext>
            </a:extLst>
          </p:cNvPr>
          <p:cNvGrpSpPr/>
          <p:nvPr/>
        </p:nvGrpSpPr>
        <p:grpSpPr>
          <a:xfrm>
            <a:off x="2965645" y="1702009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3C4E7C25-F360-1242-8524-33DB4606907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8EBFFDC2-A772-3C12-7E29-FB42A8944F3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RUGANI 190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7E71D137-DBD4-0324-7F33-59FB650E3B1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FCE7AF3E-A262-C3F9-69A6-3727962EC1D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9D30B05C-130C-FAB8-68DB-60712597D9F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F110D3CB-E50D-60BA-B431-78A3293BF03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5E3C3D2A-1283-4F99-A3F5-6F85B8F86A7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F523E9A2-51DA-4A2E-6BF6-56FDF4744F2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C20DFDF9-A322-77FC-A6B0-4E0118092AA7}"/>
              </a:ext>
            </a:extLst>
          </p:cNvPr>
          <p:cNvGrpSpPr/>
          <p:nvPr/>
        </p:nvGrpSpPr>
        <p:grpSpPr>
          <a:xfrm>
            <a:off x="6481023" y="1500841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705B0255-BC2F-F290-B0F8-BAEFE5B7884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6D2CE269-17B1-BECC-8A0C-68B4838CF6D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CABAL 186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095F4F2A-1CA2-FC36-8BF3-0BF9112F06D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3961C619-6B43-1015-62DF-AA864A3F4C5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9D5B97EA-8DF8-6AEB-30CC-D74C523C8B0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D4A8A0B4-1858-3B16-6C75-55EDDFC1C98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DD07AD1A-9C77-1CAD-4C89-F6211E1B6EA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8917690F-02C0-0BE4-6129-13F3D414463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3A1D9E99-F553-6C32-DA95-5184DA36BA51}"/>
              </a:ext>
            </a:extLst>
          </p:cNvPr>
          <p:cNvGrpSpPr/>
          <p:nvPr/>
        </p:nvGrpSpPr>
        <p:grpSpPr>
          <a:xfrm>
            <a:off x="1262473" y="1707479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FD2CFD50-98CC-E4B6-254F-3A2CD7A1D8C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F72CF118-138C-EC21-FB8D-28CE1C97DEB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KOSTIĆ 184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A2AD3597-CE33-DC5F-D9B9-1463F54C31C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3557C528-D8F4-5360-EB5E-59D91AC9D03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FBBFE9DC-436E-97FF-C303-AFFD6226129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66C32229-140C-6FC2-9D06-35BFACDF684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9ABFCED5-FA91-BFC8-6246-76266C39D7A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49F71437-1047-464B-785E-0C2E2FB4E93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D127FC5E-2AE9-2C98-7901-17421C88D13A}"/>
              </a:ext>
            </a:extLst>
          </p:cNvPr>
          <p:cNvGrpSpPr/>
          <p:nvPr/>
        </p:nvGrpSpPr>
        <p:grpSpPr>
          <a:xfrm>
            <a:off x="6430619" y="3605920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B7310E25-22C0-C083-E621-B6EEA61381A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E1043A7C-72B3-B9FF-A36E-33AB028A66A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YILDIZ 187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CDE0C190-3010-6857-4716-8286CEB7113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DC5EFE98-5FCE-957A-4EE2-A49D037A58D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E011A588-FE71-A546-AB72-826214BE49D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DD89B993-9582-8895-C82C-D7214E6DF6C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74C221FB-7240-DB84-10A1-231BD2A04B1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9E4DCB5B-1DA1-380E-2D84-2EF520FBCF3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345D17CD-D4C3-73FC-F43E-FA80850B6918}"/>
              </a:ext>
            </a:extLst>
          </p:cNvPr>
          <p:cNvGrpSpPr/>
          <p:nvPr/>
        </p:nvGrpSpPr>
        <p:grpSpPr>
          <a:xfrm>
            <a:off x="6430619" y="3799194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BFBBB462-95A9-0372-4464-A9072453B57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9D4FEC01-A949-57BF-A09A-2DB1F42C09C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BOGA 172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BBBCEF03-24C7-4131-1AC5-268687269BB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E57BE190-221D-9E80-AB09-093D4603511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CF580CB8-A584-A769-04E3-968CAA6744F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B8827CBA-3EF7-3482-0105-E7B65C37CFB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B6E6E46D-D504-6D04-7370-696856FBF60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8A8FD25D-0B02-383A-8F30-E969039C32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B94CBCC8-CDBC-0078-F04E-22103A413FF8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6213B81E-88FF-9C00-57D8-954B5AC5D6E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0A8BEC2C-10A4-3E8B-B47C-8E93FC0A47D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D38C9340-34C5-F4EA-3920-503ADAD0407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FB73044F-D699-4F9F-A744-9DE29988E45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0CEA0393-E90A-C61C-092E-372A1E26ADF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2EF77D4E-948A-0781-FA45-E2B7E02EDC5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EAFE7BCE-FBC5-7307-6B1C-615657EF865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48030238-52D0-C01F-64EA-6C3912A26A2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E5F60B7D-F5DA-283E-6801-5236AA195B55}"/>
              </a:ext>
            </a:extLst>
          </p:cNvPr>
          <p:cNvGrpSpPr/>
          <p:nvPr/>
        </p:nvGrpSpPr>
        <p:grpSpPr>
          <a:xfrm>
            <a:off x="6481023" y="1695319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82C20E89-9D67-3550-8574-798956CA04B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670ADCC4-ED53-BF37-D9C2-9090145E875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KALULU 182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38084303-B470-0344-D2D4-C7BE2E89D81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CF1D2CA9-532B-B252-17FB-437D2CFA22F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179C32C7-2247-BA20-DE14-0B6C09883EA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334E36A9-DAD2-FF80-BF0D-F7980F2F390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712A07DD-3CFE-6AEC-1E87-8294F022393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6494CF8F-BAC3-9D63-D91C-C3B7B0231F2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E0600CA3-A6E2-11FE-33B4-3F841ABE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/>
          <a:srcRect/>
          <a:stretch/>
        </p:blipFill>
        <p:spPr bwMode="auto">
          <a:xfrm>
            <a:off x="1401765" y="13914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2365CD8D-CB64-7CF6-7AB4-9D6458E6476E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D5ECBBC9-71AA-E6C6-909A-7B2C37AAF1E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0A1EA7A9-46DA-8237-1B3E-6F09CA580D7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DI GREGORIO 187 Cm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082B5A75-8AFF-6077-4ED6-1EE4FC085CD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58F27DAF-4A67-BBB3-2857-BFD8F12CECD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3931D463-E17B-A6ED-3C4C-4C5BF1F55A8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7DA4715C-8D7A-1FB0-5C4B-D2A8840F96D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2D066421-00AF-1719-E314-1B8623C9568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7DB2A3FA-524C-E2A2-825B-6D29CAA8039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F2D1CA7E-B6BB-9552-1D6A-899C1629BA4A}"/>
              </a:ext>
            </a:extLst>
          </p:cNvPr>
          <p:cNvGrpSpPr/>
          <p:nvPr/>
        </p:nvGrpSpPr>
        <p:grpSpPr>
          <a:xfrm>
            <a:off x="4720580" y="1696839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F88612DE-7C14-1B1B-9A21-ED6B0E45F6D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4F412127-4DC8-956E-8F41-04D2F551A28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KELLY 189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C4F68D3F-53F7-BBB8-C0CA-CE4027DFA83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2CE5BA84-D0C2-17C1-CEAE-51D7B9A048D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AB2B568D-DD7E-E5A4-F882-3DF741EBE56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B45C7A3A-C9F5-D377-2BFF-E23B2B56028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BADEB5C2-C881-A148-7FFA-6E043A41A9E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96BAEBC1-A21A-BDB6-E943-6E10663694C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BF076D55-E540-B671-960A-10604A3FD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53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0F912334-155F-A78C-02F7-7E1BAACEF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0AE4F43D-23A7-9B88-7F57-80593DE87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58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B4F935B0-2D5D-4A64-2A1E-40767095C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4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0E750E3C-FEB9-C6B4-4775-1BAEEE84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42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D46DCFD0-170E-7210-9CB9-C16CC986A2EE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87E740F9-368E-EDBE-FFEC-652857738E0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6D134192-67BF-E8D3-BECE-326A6B226B4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24B67C99-19EC-2E04-24E3-1FBB219E9F4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FF962992-2CEA-D8FA-4E04-46B1E070D30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456905AC-56BC-5B58-0FA5-5550AB25594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B560D6A8-F998-F556-4934-B025C5B9F54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8D9541D3-82C7-5457-E839-588D38F71DE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68BFD8FA-E66C-1B9A-6F74-6D4FD99B336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206B3DDC-1B6E-A4B6-4B22-891AC181B806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555A4A9D-CFF7-A3D8-463A-D148EB63153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AB924300-5E1D-98FD-D57E-88195C6D88C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99295858-A0B9-5047-9C47-8DDB6419842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44DDE358-7397-59E5-9F4F-E66099D5195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EE822DE6-38AD-98CD-0512-5D4359B0694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770FA153-5BB1-43E8-5A54-512BE914D6C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B2C75071-FBC7-7251-FA17-E75F6D434FA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4CE40E35-26A1-9FB0-B5E9-556BA863A64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4CCB9923-53C6-19AC-4439-30B60FDCA23C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4826B310-F568-B771-98B5-DEDADF2715F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9B40FFF0-0F43-4FD2-1D0A-27B5587F05C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8FD90847-DEB7-9CBB-5E7A-9EFE316A871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2EE2E86B-230C-D35C-606B-6FA4DA87679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30E9EEDC-2E45-7B9D-7874-B923ADE1B0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CBA198A1-2093-99A5-A1D7-BCE69E15F8F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B1547518-2F1D-2F2C-DC1D-E320C6E276F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D3D24F33-CE43-2793-5B51-0FE027233AC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F29E6DC0-C57F-74B2-FF72-1E9C42ED6C99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ADA4A91C-43E5-0407-0E14-435EC60F67F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21EE61D4-9E37-2505-0335-5B927A5F233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D126F01E-A1CE-CCB0-C382-D53FAF7E6D5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BF458F70-4E88-9E32-4789-CE4E9A5CFF9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1ACA89E9-31BE-CC9E-6FB4-EBAC36A305D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CCF5F2FF-E11F-FD12-0F3C-5F9FD317073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D6B931DD-4CCF-36EE-ABB1-137D0677C80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3004F8B2-212B-7CD2-610F-6F2E3E94337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B0600840-756D-0E26-364D-D7EBFE6F9007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A8F00BA1-8CFA-B824-8F7D-73278F1DE2D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8E5D289B-884E-BA80-53FE-4593F033E0B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6CAA30E8-C150-2AAE-A573-6ABCEADA489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6AFD172B-4926-9018-9374-E57E1B46D6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4EB96FAD-D86F-0BD0-2934-9CB972FBF83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6B25129D-FC7C-4381-41BE-5EAD9EAC4D9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CBFC8B8B-5CB7-4E97-76E0-A3BC2D4D6AD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74F9B951-AE27-1C16-12D9-66F8899B964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6DB9CB69-5569-2483-C389-5B588588F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888" y="30837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B4C4F131-798D-2DE7-2B20-9CF16BFA9209}"/>
              </a:ext>
            </a:extLst>
          </p:cNvPr>
          <p:cNvGrpSpPr/>
          <p:nvPr/>
        </p:nvGrpSpPr>
        <p:grpSpPr>
          <a:xfrm>
            <a:off x="1273431" y="3605920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1CA05EDA-1B0C-01D6-C2ED-8011D2DB653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F65D6976-2B3F-85AF-DFFF-3AFB2DD4F49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CONCEIÇÃO 170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D867540E-29EC-5370-EB8B-25DC3B2D18E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CD1024D9-2A2C-3BE7-95B7-9FC424D262A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9343CE74-32A6-93D3-B9D9-512539E86C8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7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3BDE6866-FA94-AD49-CAC6-76C76E24F0E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764CBC4D-2DDF-428F-A4A0-AE267A43E54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ABBBF5F0-CD84-6193-9CEF-CA816DE4831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EF4A11A5-7CD8-7E1D-7427-ABA88F26EEF2}"/>
              </a:ext>
            </a:extLst>
          </p:cNvPr>
          <p:cNvGrpSpPr/>
          <p:nvPr/>
        </p:nvGrpSpPr>
        <p:grpSpPr>
          <a:xfrm>
            <a:off x="1273431" y="3799194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DFBEC4D7-4780-BFAC-A216-7CF8555FCDC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E4B9E51A-31A6-470B-0A68-D0499B9995B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ZHEGROVA 180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A0CF4498-31FC-A989-FAE6-B866F81644E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1E8E851F-59F4-708C-F3E4-4E8477E3E47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8DA2CE74-1FAE-F4E0-244E-4DDFD9BF923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9DEA97BF-7429-3633-EA10-08B5A83CB35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5C6B0431-E61E-A4A8-A0BA-D44C115EE10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1C95D386-0553-2862-4B70-2D9C6398EFF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ADFB7BCE-FC59-70DA-6B47-770EB975301E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C08B3597-975E-0BB1-1C73-73A398F3208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F6AF7F75-DF23-935E-63DC-83AFEE3AAD4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C2E6CCF1-D75C-C356-94AB-8A330622D3F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D19F97EB-9EE3-E8EF-D071-C7F5C42F2D3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0CDF1682-C2AF-F70B-BF9A-FF10BE877D1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C379299A-B851-0BCF-B32E-36D0F1C458D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BCC94D41-BB62-25D0-87DF-4C74BD60E9D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244F47C4-CEEA-FBA5-49E4-88ED5C67574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394" name="Picture 16">
            <a:extLst>
              <a:ext uri="{FF2B5EF4-FFF2-40B4-BE49-F238E27FC236}">
                <a16:creationId xmlns:a16="http://schemas.microsoft.com/office/drawing/2014/main" id="{77E8A5F5-16BE-25A0-A7EF-2D8518087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700" y="30837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1" name="Gruppo 270">
            <a:extLst>
              <a:ext uri="{FF2B5EF4-FFF2-40B4-BE49-F238E27FC236}">
                <a16:creationId xmlns:a16="http://schemas.microsoft.com/office/drawing/2014/main" id="{1855BBE2-9432-BB33-CB25-020EB613FEEC}"/>
              </a:ext>
            </a:extLst>
          </p:cNvPr>
          <p:cNvGrpSpPr/>
          <p:nvPr/>
        </p:nvGrpSpPr>
        <p:grpSpPr>
          <a:xfrm>
            <a:off x="3825731" y="3482082"/>
            <a:ext cx="1460066" cy="220379"/>
            <a:chOff x="3923267" y="734293"/>
            <a:chExt cx="1460066" cy="220379"/>
          </a:xfrm>
        </p:grpSpPr>
        <p:sp>
          <p:nvSpPr>
            <p:cNvPr id="295" name="Rettangolo con due angoli in diagonale arrotondati 294">
              <a:extLst>
                <a:ext uri="{FF2B5EF4-FFF2-40B4-BE49-F238E27FC236}">
                  <a16:creationId xmlns:a16="http://schemas.microsoft.com/office/drawing/2014/main" id="{1D306737-5707-EF05-C3C8-B2B07C48FE6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6" name="CasellaDiTesto 295">
              <a:extLst>
                <a:ext uri="{FF2B5EF4-FFF2-40B4-BE49-F238E27FC236}">
                  <a16:creationId xmlns:a16="http://schemas.microsoft.com/office/drawing/2014/main" id="{E6555A96-F7CD-C192-1E83-8356EC27664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LOCATELLI 185 Cm</a:t>
              </a:r>
            </a:p>
          </p:txBody>
        </p:sp>
        <p:grpSp>
          <p:nvGrpSpPr>
            <p:cNvPr id="297" name="Gruppo 296">
              <a:extLst>
                <a:ext uri="{FF2B5EF4-FFF2-40B4-BE49-F238E27FC236}">
                  <a16:creationId xmlns:a16="http://schemas.microsoft.com/office/drawing/2014/main" id="{ADDDBB49-8079-6DDA-2082-A60B0A8DAF8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1" name="Ovale 300">
                <a:extLst>
                  <a:ext uri="{FF2B5EF4-FFF2-40B4-BE49-F238E27FC236}">
                    <a16:creationId xmlns:a16="http://schemas.microsoft.com/office/drawing/2014/main" id="{FFBE5AEB-BA85-E58F-F175-DCBF0BF8221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2" name="CasellaDiTesto 301">
                <a:extLst>
                  <a:ext uri="{FF2B5EF4-FFF2-40B4-BE49-F238E27FC236}">
                    <a16:creationId xmlns:a16="http://schemas.microsoft.com/office/drawing/2014/main" id="{FED8B722-68E8-C13C-D052-C8993757AA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2722A8B9-B163-2AA6-1B70-4E844652985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9" name="Ovale 298">
                <a:extLst>
                  <a:ext uri="{FF2B5EF4-FFF2-40B4-BE49-F238E27FC236}">
                    <a16:creationId xmlns:a16="http://schemas.microsoft.com/office/drawing/2014/main" id="{7EFE9EFE-C56E-1192-E3FE-70BF4EE5A82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0" name="CasellaDiTesto 299">
                <a:extLst>
                  <a:ext uri="{FF2B5EF4-FFF2-40B4-BE49-F238E27FC236}">
                    <a16:creationId xmlns:a16="http://schemas.microsoft.com/office/drawing/2014/main" id="{B6BEEEFC-8F36-8D91-8FD5-F4995FEBFD3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3" name="Gruppo 302">
            <a:extLst>
              <a:ext uri="{FF2B5EF4-FFF2-40B4-BE49-F238E27FC236}">
                <a16:creationId xmlns:a16="http://schemas.microsoft.com/office/drawing/2014/main" id="{ABA02F8A-9B1C-31BA-4BC0-63C2462B5FDD}"/>
              </a:ext>
            </a:extLst>
          </p:cNvPr>
          <p:cNvGrpSpPr/>
          <p:nvPr/>
        </p:nvGrpSpPr>
        <p:grpSpPr>
          <a:xfrm>
            <a:off x="3825731" y="3675356"/>
            <a:ext cx="1460066" cy="222843"/>
            <a:chOff x="3923267" y="734293"/>
            <a:chExt cx="1460066" cy="222843"/>
          </a:xfrm>
        </p:grpSpPr>
        <p:sp>
          <p:nvSpPr>
            <p:cNvPr id="395" name="Rettangolo con due angoli in diagonale arrotondati 394">
              <a:extLst>
                <a:ext uri="{FF2B5EF4-FFF2-40B4-BE49-F238E27FC236}">
                  <a16:creationId xmlns:a16="http://schemas.microsoft.com/office/drawing/2014/main" id="{04B61456-4C37-C84D-BE24-9C85536C974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96" name="CasellaDiTesto 395">
              <a:extLst>
                <a:ext uri="{FF2B5EF4-FFF2-40B4-BE49-F238E27FC236}">
                  <a16:creationId xmlns:a16="http://schemas.microsoft.com/office/drawing/2014/main" id="{1DBB3E55-AA9A-5888-A517-304A5027ED1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ADŽIĆ 185 Cm</a:t>
              </a:r>
            </a:p>
          </p:txBody>
        </p:sp>
        <p:grpSp>
          <p:nvGrpSpPr>
            <p:cNvPr id="397" name="Gruppo 396">
              <a:extLst>
                <a:ext uri="{FF2B5EF4-FFF2-40B4-BE49-F238E27FC236}">
                  <a16:creationId xmlns:a16="http://schemas.microsoft.com/office/drawing/2014/main" id="{208CA0F8-FF2E-A036-F589-86938702F5E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01" name="Ovale 400">
                <a:extLst>
                  <a:ext uri="{FF2B5EF4-FFF2-40B4-BE49-F238E27FC236}">
                    <a16:creationId xmlns:a16="http://schemas.microsoft.com/office/drawing/2014/main" id="{B9472D4A-4246-5391-533C-6D66DCD91A1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2" name="CasellaDiTesto 401">
                <a:extLst>
                  <a:ext uri="{FF2B5EF4-FFF2-40B4-BE49-F238E27FC236}">
                    <a16:creationId xmlns:a16="http://schemas.microsoft.com/office/drawing/2014/main" id="{830CCFAC-A70B-11DA-E5E2-4019879CBC0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398" name="Gruppo 397">
              <a:extLst>
                <a:ext uri="{FF2B5EF4-FFF2-40B4-BE49-F238E27FC236}">
                  <a16:creationId xmlns:a16="http://schemas.microsoft.com/office/drawing/2014/main" id="{B31D2C87-BC9C-44F3-239E-B9B41AE508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9" name="Ovale 398">
                <a:extLst>
                  <a:ext uri="{FF2B5EF4-FFF2-40B4-BE49-F238E27FC236}">
                    <a16:creationId xmlns:a16="http://schemas.microsoft.com/office/drawing/2014/main" id="{A479F660-5228-3028-F22C-0C62368138E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0" name="CasellaDiTesto 399">
                <a:extLst>
                  <a:ext uri="{FF2B5EF4-FFF2-40B4-BE49-F238E27FC236}">
                    <a16:creationId xmlns:a16="http://schemas.microsoft.com/office/drawing/2014/main" id="{34EAB672-2BC1-2474-D254-12C4E89BC41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65122025-8ED8-4D17-FFA6-5682CE7B840B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414" name="Rettangolo con due angoli in diagonale arrotondati 413">
              <a:extLst>
                <a:ext uri="{FF2B5EF4-FFF2-40B4-BE49-F238E27FC236}">
                  <a16:creationId xmlns:a16="http://schemas.microsoft.com/office/drawing/2014/main" id="{1846E404-68F2-8E3C-4EEF-3E4DF3BD2B5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15" name="CasellaDiTesto 414">
              <a:extLst>
                <a:ext uri="{FF2B5EF4-FFF2-40B4-BE49-F238E27FC236}">
                  <a16:creationId xmlns:a16="http://schemas.microsoft.com/office/drawing/2014/main" id="{58A11362-CBBA-2453-11C4-8FC0897D605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ST3B 184 Cm</a:t>
              </a:r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4E227FBD-A6AF-198D-0436-395B584AE5C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20" name="Ovale 419">
                <a:extLst>
                  <a:ext uri="{FF2B5EF4-FFF2-40B4-BE49-F238E27FC236}">
                    <a16:creationId xmlns:a16="http://schemas.microsoft.com/office/drawing/2014/main" id="{063773C8-1AE1-FFA0-CFED-426949D6E63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1" name="CasellaDiTesto 420">
                <a:extLst>
                  <a:ext uri="{FF2B5EF4-FFF2-40B4-BE49-F238E27FC236}">
                    <a16:creationId xmlns:a16="http://schemas.microsoft.com/office/drawing/2014/main" id="{2C5969BE-3752-DB50-423E-4DD62855788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17" name="Gruppo 416">
              <a:extLst>
                <a:ext uri="{FF2B5EF4-FFF2-40B4-BE49-F238E27FC236}">
                  <a16:creationId xmlns:a16="http://schemas.microsoft.com/office/drawing/2014/main" id="{13E2AFC5-06E5-E027-EFD3-CADBF4591D3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18" name="Ovale 417">
                <a:extLst>
                  <a:ext uri="{FF2B5EF4-FFF2-40B4-BE49-F238E27FC236}">
                    <a16:creationId xmlns:a16="http://schemas.microsoft.com/office/drawing/2014/main" id="{D73DDE78-8670-9738-08DB-D04EC2ED38C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9" name="CasellaDiTesto 418">
                <a:extLst>
                  <a:ext uri="{FF2B5EF4-FFF2-40B4-BE49-F238E27FC236}">
                    <a16:creationId xmlns:a16="http://schemas.microsoft.com/office/drawing/2014/main" id="{EF43A680-F28A-53E9-2457-2442BE6B19B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22" name="Picture 16">
            <a:extLst>
              <a:ext uri="{FF2B5EF4-FFF2-40B4-BE49-F238E27FC236}">
                <a16:creationId xmlns:a16="http://schemas.microsoft.com/office/drawing/2014/main" id="{49E71F1E-449E-CC85-4608-B1B635423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00" y="29599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0B904F90-963F-E3C4-7A62-2029411AFA77}"/>
              </a:ext>
            </a:extLst>
          </p:cNvPr>
          <p:cNvGrpSpPr/>
          <p:nvPr/>
        </p:nvGrpSpPr>
        <p:grpSpPr>
          <a:xfrm>
            <a:off x="4946708" y="2553950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5B5EA024-3F0D-0B03-3B13-16825613C46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89F25874-3090-F2CF-AAE2-BB63EF80038D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KOOPMEINERS 184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37BAA29F-857F-E7A5-DAF0-28DDA05635C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9F56D307-E290-514A-EE3F-A829F4C71C1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EC8BF520-3101-7790-6775-5252721D8BB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8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940405D5-6199-5ED0-A81F-96E06871971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D8D48B7F-2727-AEE4-9A35-30DC54ACDFF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87BE36BA-9503-5FD8-275B-2F565BA8E85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D61579AA-57BF-3A0B-8C6E-C481C2FD7F67}"/>
              </a:ext>
            </a:extLst>
          </p:cNvPr>
          <p:cNvGrpSpPr/>
          <p:nvPr/>
        </p:nvGrpSpPr>
        <p:grpSpPr>
          <a:xfrm>
            <a:off x="2757321" y="2554371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2D1D10C7-27D0-FC91-872F-13EFB93684F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9AC6E79D-58CA-7F61-9A0C-38EA2B6E6322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THURAM 192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0C8F97FA-6C88-84A2-7DBE-CA8F24746BB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A529C280-18DC-4330-6D23-2DD89D77279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93CEC346-D7DA-E3D7-147A-B1F85B14540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19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2B7EB723-CEC3-7557-F6A2-FDE82D1AB40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F8F8EF59-9BBB-EF25-F515-C9F7D1CCE72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FB3AAFBB-6CD1-4A4E-F513-77689B15D8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1F92CDBB-22BA-8C16-F10C-E3F9261DA129}"/>
              </a:ext>
            </a:extLst>
          </p:cNvPr>
          <p:cNvGrpSpPr/>
          <p:nvPr/>
        </p:nvGrpSpPr>
        <p:grpSpPr>
          <a:xfrm>
            <a:off x="4946708" y="2753516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8C31A3D2-6D96-1270-508D-1BE177CEDE5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55B0080A-6B27-2D2D-07CF-FAD391977E0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MCKENNIE 185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4AF91507-C596-0EEF-35F7-646BC6D640E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24A337C2-E421-10C5-3142-B1E898621DF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4D366882-B437-552F-E9BE-B756E2A718D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22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D47DC7CC-100F-819B-CEF3-F7BA614BBED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5CCFC07C-8FEF-5F4B-5426-84C0957281F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93192B00-7191-6311-285F-5BC80172D7D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6A40909E-15DA-4A15-8862-5A2CCEC432D3}"/>
              </a:ext>
            </a:extLst>
          </p:cNvPr>
          <p:cNvGrpSpPr/>
          <p:nvPr/>
        </p:nvGrpSpPr>
        <p:grpSpPr>
          <a:xfrm>
            <a:off x="2757321" y="2754087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D7481DA5-CF3B-27AE-54DF-5669A5DE5F4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B8AD7A97-7BA2-E954-5042-3268EA1C4A8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MIRETTI 180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1667B158-7227-2566-6367-9C27B749F1D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6210CB1C-D673-E3FF-1F0E-81C777936DE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2E14F06B-49B9-CAB3-C9F8-BE0F0EF0844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21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7C08080D-55FD-ED51-51FE-456B9269F6F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F62E0993-FE16-ED70-51DB-FF669FE122B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E5E4B2BC-770D-894E-9DE1-659F506F25C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149F9B55-24A1-C9BB-143E-540B7959A661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FFC3A8EF-2EC2-830D-2BF0-763A9FB61BE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4AD3246F-A123-DACE-DAA9-7A3648DDC25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020A879F-3871-BE19-DF41-C4C65951A85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8A72F4DD-9246-1F5E-BBE2-EF301A9C8A0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330BFF6B-433B-F0B8-73A8-48181A06076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227E461E-79B1-4FD5-7CEB-2D2898D0A7C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61BAECE5-3D22-7E83-1731-6E6DA05DA5D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145845BE-8D64-9C1B-520D-6A75EAD2E80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8ABCB174-03F5-1F82-E19B-E5509677C5FE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D7E53927-7D1D-429A-316E-8A18ACFC78F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93D6711B-1946-8096-9E0E-14CC0667470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23CCAD67-EEF7-4E0F-99E2-476CC94B436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1E1E4593-0994-665E-A61A-5F5C4B0776F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7CC03714-8806-7DFB-EC8A-8731AF7AC07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86C5C130-FFEA-D708-9873-D5162EA261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21D170C7-4C9F-74A0-897F-B19DDEF6517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785E6678-20D3-C64B-EA83-76CA59E0B67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2" name="Picture 14">
            <a:extLst>
              <a:ext uri="{FF2B5EF4-FFF2-40B4-BE49-F238E27FC236}">
                <a16:creationId xmlns:a16="http://schemas.microsoft.com/office/drawing/2014/main" id="{8ED1680D-E1B3-022D-FE10-09F21054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65" y="20326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A73246F5-D6BA-2FD1-86E9-E78F58C98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937" y="203175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B509489A-181B-B155-45A6-2281ECBD2B6A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82817FB1-9F53-BCC2-8E07-524695AEB3F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574E74B2-90EA-3B44-99E1-628997C04AC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98203095-C43B-9147-EB74-65081C556DA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2D8452C4-414E-7336-5DBF-CDD25D8344E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3D884093-6067-59D3-7085-BD4812A09F1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1F7A13A0-4807-D487-B934-E3372D6A21F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2BD75B3A-4A69-E028-6153-247B0749739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2D307D17-1A4F-3FD0-1B32-0B0C8D1219F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54E86DE7-3D86-6766-44D1-2B5A23087566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56C44F8D-9131-F6E9-9955-5BA36E5335F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65721492-C3C4-678A-BC0D-3B73B62C321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771DC3C8-196C-1808-5728-39A2F5BBEB2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6E5EBB1C-C3A2-C48B-84DD-FD7FB19369D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E811D575-B95F-2D1E-FF22-C0904BE686B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2AA5B0F7-E9C1-D6AA-EEBA-CF364B10043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4DFF2F90-F1B4-DBF5-715B-9BD8F15E256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CE0548DF-6989-52CD-35C3-EFB77F8F97B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915E113B-316A-B5FC-C6D5-AF2FBC7EEC97}"/>
              </a:ext>
            </a:extLst>
          </p:cNvPr>
          <p:cNvGrpSpPr/>
          <p:nvPr/>
        </p:nvGrpSpPr>
        <p:grpSpPr>
          <a:xfrm>
            <a:off x="3871105" y="4549684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0A942D83-3169-D3F3-EA50-9A80F3623D1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07BB7EFF-B30F-C104-06E4-58E8E722645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VLAHOVIĆ 190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753E8574-2E27-69F8-0AC2-BC9C2CB618D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FA0BC412-290C-2A17-2BD5-37DF57E3164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E7F6A853-56FF-DEAB-4E6E-7580D0793B5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505709F4-35F7-99B5-7C3F-BE0B9AFA933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39EAD7F8-F628-82DF-517F-7E0A6180018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B0A70219-3657-579D-13FC-9225066D9E2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6463004E-9418-62DF-90A5-F31141BC18A5}"/>
              </a:ext>
            </a:extLst>
          </p:cNvPr>
          <p:cNvGrpSpPr/>
          <p:nvPr/>
        </p:nvGrpSpPr>
        <p:grpSpPr>
          <a:xfrm>
            <a:off x="3871105" y="4745826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9F2BB2E2-7648-2F77-3527-B40896356C6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5F890CC4-D072-7FAF-08C4-6EE66F14EB4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DAVID 178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79B55267-0F42-C0A7-9AFA-30B956C9E90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50FBCB26-DB87-1EF2-A5A8-375FDF063EE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AF27425A-CEA9-69AF-B72C-8558D69512C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A20B9ACA-6F29-F6A8-EBF1-A151CA65B5E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8FB4C28F-34D2-CC35-401B-4E1C613FF3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8F9C0082-D024-BC86-89B9-9587951AEF0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3" name="Gruppo 402">
            <a:extLst>
              <a:ext uri="{FF2B5EF4-FFF2-40B4-BE49-F238E27FC236}">
                <a16:creationId xmlns:a16="http://schemas.microsoft.com/office/drawing/2014/main" id="{1A7B32D7-9B60-88D6-9F19-A7C0F186D605}"/>
              </a:ext>
            </a:extLst>
          </p:cNvPr>
          <p:cNvGrpSpPr/>
          <p:nvPr/>
        </p:nvGrpSpPr>
        <p:grpSpPr>
          <a:xfrm>
            <a:off x="3871105" y="4944559"/>
            <a:ext cx="1460066" cy="222843"/>
            <a:chOff x="3923267" y="734293"/>
            <a:chExt cx="1460066" cy="222843"/>
          </a:xfrm>
        </p:grpSpPr>
        <p:sp>
          <p:nvSpPr>
            <p:cNvPr id="404" name="Rettangolo con due angoli in diagonale arrotondati 403">
              <a:extLst>
                <a:ext uri="{FF2B5EF4-FFF2-40B4-BE49-F238E27FC236}">
                  <a16:creationId xmlns:a16="http://schemas.microsoft.com/office/drawing/2014/main" id="{1071D7FF-A573-0B0E-A4EC-ABC48741A52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05" name="CasellaDiTesto 404">
              <a:extLst>
                <a:ext uri="{FF2B5EF4-FFF2-40B4-BE49-F238E27FC236}">
                  <a16:creationId xmlns:a16="http://schemas.microsoft.com/office/drawing/2014/main" id="{4476604A-7391-5168-A057-FFB0507989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OPENDA 177 Cm</a:t>
              </a:r>
            </a:p>
          </p:txBody>
        </p:sp>
        <p:grpSp>
          <p:nvGrpSpPr>
            <p:cNvPr id="406" name="Gruppo 405">
              <a:extLst>
                <a:ext uri="{FF2B5EF4-FFF2-40B4-BE49-F238E27FC236}">
                  <a16:creationId xmlns:a16="http://schemas.microsoft.com/office/drawing/2014/main" id="{C4FB8807-87D7-F788-4EDB-14915C315DF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10" name="Ovale 409">
                <a:extLst>
                  <a:ext uri="{FF2B5EF4-FFF2-40B4-BE49-F238E27FC236}">
                    <a16:creationId xmlns:a16="http://schemas.microsoft.com/office/drawing/2014/main" id="{9995694A-8D14-4D2A-0BEC-52F90C545D0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1" name="CasellaDiTesto 410">
                <a:extLst>
                  <a:ext uri="{FF2B5EF4-FFF2-40B4-BE49-F238E27FC236}">
                    <a16:creationId xmlns:a16="http://schemas.microsoft.com/office/drawing/2014/main" id="{95F50B6E-5548-FD92-0066-2F5FF441C26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20</a:t>
                </a:r>
              </a:p>
            </p:txBody>
          </p:sp>
        </p:grpSp>
        <p:grpSp>
          <p:nvGrpSpPr>
            <p:cNvPr id="407" name="Gruppo 406">
              <a:extLst>
                <a:ext uri="{FF2B5EF4-FFF2-40B4-BE49-F238E27FC236}">
                  <a16:creationId xmlns:a16="http://schemas.microsoft.com/office/drawing/2014/main" id="{28455FBF-3D8A-9147-2EAA-A90FEDBFE97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08" name="Ovale 407">
                <a:extLst>
                  <a:ext uri="{FF2B5EF4-FFF2-40B4-BE49-F238E27FC236}">
                    <a16:creationId xmlns:a16="http://schemas.microsoft.com/office/drawing/2014/main" id="{57A78F85-D2E0-F12A-17D7-BBC08DD27A1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9" name="CasellaDiTesto 408">
                <a:extLst>
                  <a:ext uri="{FF2B5EF4-FFF2-40B4-BE49-F238E27FC236}">
                    <a16:creationId xmlns:a16="http://schemas.microsoft.com/office/drawing/2014/main" id="{48D9E906-9F7A-D33D-7F4E-B3E9FF12D92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12" name="Picture 8">
            <a:extLst>
              <a:ext uri="{FF2B5EF4-FFF2-40B4-BE49-F238E27FC236}">
                <a16:creationId xmlns:a16="http://schemas.microsoft.com/office/drawing/2014/main" id="{46BE1C9A-C21A-BE93-F19F-6F7DD3522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00" y="402638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9C22C76F-46B5-74A3-8856-04C1D83145E3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3F8F57B-9BE6-B0E1-9033-870FB72B792F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27995E8B-D00C-2D65-5E93-B005B616FE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E1E8D3ED-0427-8D37-005E-8C31478A48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2B938535-1ED2-FFFA-6E8A-D4DC1F2891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6C8420D5-0A23-2B17-D71A-D80B5E4D6540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2C78FEEF-CB2D-E884-5D9B-C1A88DE51392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1EE452E3-93C7-D65B-0D86-0D0E26FF68CE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59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464CC3B-98AA-314E-AC54-CDC838F91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493401" y="296238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7BF919B-09B3-8EE3-279C-AD41575BE8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682" y="275956"/>
            <a:ext cx="411930" cy="411930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1D6B0944-37E5-6624-5ECE-99E7A989A8A8}"/>
              </a:ext>
            </a:extLst>
          </p:cNvPr>
          <p:cNvGrpSpPr/>
          <p:nvPr/>
        </p:nvGrpSpPr>
        <p:grpSpPr>
          <a:xfrm flipH="1">
            <a:off x="-39102" y="2250968"/>
            <a:ext cx="932516" cy="453341"/>
            <a:chOff x="2312419" y="3416804"/>
            <a:chExt cx="932516" cy="453341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25DC9506-8D90-E3BB-F1A0-6A8D2621A3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2766" y="3623924"/>
              <a:ext cx="509821" cy="246221"/>
              <a:chOff x="1439157" y="3314991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Ovale 23">
                <a:extLst>
                  <a:ext uri="{FF2B5EF4-FFF2-40B4-BE49-F238E27FC236}">
                    <a16:creationId xmlns:a16="http://schemas.microsoft.com/office/drawing/2014/main" id="{51E98635-0665-6B39-5038-244577256A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A3D076"/>
              </a:solidFill>
              <a:ln w="12700">
                <a:solidFill>
                  <a:srgbClr val="AFDC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348D489-7550-99E4-BA96-98A6357E3C55}"/>
                  </a:ext>
                </a:extLst>
              </p:cNvPr>
              <p:cNvSpPr txBox="1"/>
              <p:nvPr/>
            </p:nvSpPr>
            <p:spPr>
              <a:xfrm>
                <a:off x="1439157" y="3314991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F4A4D54B-B881-616E-D9C2-38913F859C9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POR</a:t>
              </a:r>
            </a:p>
          </p:txBody>
        </p:sp>
      </p:grpSp>
      <p:grpSp>
        <p:nvGrpSpPr>
          <p:cNvPr id="105" name="Gruppo 104">
            <a:extLst>
              <a:ext uri="{FF2B5EF4-FFF2-40B4-BE49-F238E27FC236}">
                <a16:creationId xmlns:a16="http://schemas.microsoft.com/office/drawing/2014/main" id="{7952CA26-48CE-2B73-A633-31080BA49636}"/>
              </a:ext>
            </a:extLst>
          </p:cNvPr>
          <p:cNvGrpSpPr/>
          <p:nvPr/>
        </p:nvGrpSpPr>
        <p:grpSpPr>
          <a:xfrm flipH="1">
            <a:off x="6922269" y="2167456"/>
            <a:ext cx="932516" cy="453340"/>
            <a:chOff x="2312419" y="3416804"/>
            <a:chExt cx="932516" cy="453340"/>
          </a:xfrm>
        </p:grpSpPr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B5FDA1F0-5B46-A095-6F73-5587769274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0460" y="3623923"/>
              <a:ext cx="509821" cy="246221"/>
              <a:chOff x="1426519" y="331498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3" name="Ovale 162">
                <a:extLst>
                  <a:ext uri="{FF2B5EF4-FFF2-40B4-BE49-F238E27FC236}">
                    <a16:creationId xmlns:a16="http://schemas.microsoft.com/office/drawing/2014/main" id="{C2C89297-2DDD-3613-12E3-B1F5F6C189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313331"/>
              </a:solidFill>
              <a:ln w="12700">
                <a:solidFill>
                  <a:srgbClr val="2A2C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4" name="CasellaDiTesto 163">
                <a:extLst>
                  <a:ext uri="{FF2B5EF4-FFF2-40B4-BE49-F238E27FC236}">
                    <a16:creationId xmlns:a16="http://schemas.microsoft.com/office/drawing/2014/main" id="{39E55BF0-8D98-293C-040E-0FE9D44CBB75}"/>
                  </a:ext>
                </a:extLst>
              </p:cNvPr>
              <p:cNvSpPr txBox="1"/>
              <p:nvPr/>
            </p:nvSpPr>
            <p:spPr>
              <a:xfrm>
                <a:off x="1426519" y="331498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62" name="CasellaDiTesto 161">
              <a:extLst>
                <a:ext uri="{FF2B5EF4-FFF2-40B4-BE49-F238E27FC236}">
                  <a16:creationId xmlns:a16="http://schemas.microsoft.com/office/drawing/2014/main" id="{5B4C6FCA-69B6-54BD-83ED-847D67B904E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Di Gregorio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63EF54-D834-A3CA-0A10-29423ECE8CBB}"/>
              </a:ext>
            </a:extLst>
          </p:cNvPr>
          <p:cNvSpPr txBox="1"/>
          <p:nvPr/>
        </p:nvSpPr>
        <p:spPr>
          <a:xfrm>
            <a:off x="5791283" y="2504267"/>
            <a:ext cx="32566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⚽️</a:t>
            </a:r>
          </a:p>
        </p:txBody>
      </p:sp>
      <p:grpSp>
        <p:nvGrpSpPr>
          <p:cNvPr id="118" name="Gruppo 117">
            <a:extLst>
              <a:ext uri="{FF2B5EF4-FFF2-40B4-BE49-F238E27FC236}">
                <a16:creationId xmlns:a16="http://schemas.microsoft.com/office/drawing/2014/main" id="{7039A2F2-D816-1E61-6D70-527EF8779E16}"/>
              </a:ext>
            </a:extLst>
          </p:cNvPr>
          <p:cNvGrpSpPr/>
          <p:nvPr/>
        </p:nvGrpSpPr>
        <p:grpSpPr>
          <a:xfrm flipH="1">
            <a:off x="2214942" y="1667282"/>
            <a:ext cx="932516" cy="450141"/>
            <a:chOff x="2312419" y="3416804"/>
            <a:chExt cx="932516" cy="450141"/>
          </a:xfrm>
        </p:grpSpPr>
        <p:grpSp>
          <p:nvGrpSpPr>
            <p:cNvPr id="119" name="Gruppo 118">
              <a:extLst>
                <a:ext uri="{FF2B5EF4-FFF2-40B4-BE49-F238E27FC236}">
                  <a16:creationId xmlns:a16="http://schemas.microsoft.com/office/drawing/2014/main" id="{DC41D206-2647-DDAB-AD26-CA5894DA93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1" name="Ovale 120">
                <a:extLst>
                  <a:ext uri="{FF2B5EF4-FFF2-40B4-BE49-F238E27FC236}">
                    <a16:creationId xmlns:a16="http://schemas.microsoft.com/office/drawing/2014/main" id="{3EFE5244-5494-FC9D-059D-E6154577C2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22" name="CasellaDiTesto 121">
                <a:extLst>
                  <a:ext uri="{FF2B5EF4-FFF2-40B4-BE49-F238E27FC236}">
                    <a16:creationId xmlns:a16="http://schemas.microsoft.com/office/drawing/2014/main" id="{4BDB8418-35DA-2D25-0E5B-E03FD420B7F0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0" name="CasellaDiTesto 119">
              <a:extLst>
                <a:ext uri="{FF2B5EF4-FFF2-40B4-BE49-F238E27FC236}">
                  <a16:creationId xmlns:a16="http://schemas.microsoft.com/office/drawing/2014/main" id="{09951BF7-6C42-D8B8-26AF-181D4474A0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78" name="Gruppo 177">
            <a:extLst>
              <a:ext uri="{FF2B5EF4-FFF2-40B4-BE49-F238E27FC236}">
                <a16:creationId xmlns:a16="http://schemas.microsoft.com/office/drawing/2014/main" id="{628C2EBC-15F1-3D86-5F3E-AD531BA2A4DA}"/>
              </a:ext>
            </a:extLst>
          </p:cNvPr>
          <p:cNvGrpSpPr/>
          <p:nvPr/>
        </p:nvGrpSpPr>
        <p:grpSpPr>
          <a:xfrm flipH="1">
            <a:off x="5396938" y="599319"/>
            <a:ext cx="932516" cy="449627"/>
            <a:chOff x="2312419" y="3416804"/>
            <a:chExt cx="932516" cy="449627"/>
          </a:xfrm>
        </p:grpSpPr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58BD32CB-3695-C590-2E8F-AF292EEC68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0210"/>
              <a:ext cx="509821" cy="246221"/>
              <a:chOff x="1430255" y="331122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1" name="Ovale 180">
                <a:extLst>
                  <a:ext uri="{FF2B5EF4-FFF2-40B4-BE49-F238E27FC236}">
                    <a16:creationId xmlns:a16="http://schemas.microsoft.com/office/drawing/2014/main" id="{6D6AF679-9275-7B45-E362-54D0AC6786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82" name="CasellaDiTesto 181">
                <a:extLst>
                  <a:ext uri="{FF2B5EF4-FFF2-40B4-BE49-F238E27FC236}">
                    <a16:creationId xmlns:a16="http://schemas.microsoft.com/office/drawing/2014/main" id="{CE46E206-EBC3-A550-9140-7B2D76C8F092}"/>
                  </a:ext>
                </a:extLst>
              </p:cNvPr>
              <p:cNvSpPr txBox="1"/>
              <p:nvPr/>
            </p:nvSpPr>
            <p:spPr>
              <a:xfrm>
                <a:off x="1430255" y="331122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80" name="CasellaDiTesto 179">
              <a:extLst>
                <a:ext uri="{FF2B5EF4-FFF2-40B4-BE49-F238E27FC236}">
                  <a16:creationId xmlns:a16="http://schemas.microsoft.com/office/drawing/2014/main" id="{3D677875-3611-BA41-C442-39760EA03A32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Gatti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9E0A26-AC7F-FBE7-4DAC-A247DF68C144}"/>
              </a:ext>
            </a:extLst>
          </p:cNvPr>
          <p:cNvSpPr txBox="1"/>
          <p:nvPr/>
        </p:nvSpPr>
        <p:spPr>
          <a:xfrm>
            <a:off x="227309" y="4639891"/>
            <a:ext cx="1894397" cy="276999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Pressing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0913C4A-5A12-49AC-D9CC-D932AFB8018A}"/>
              </a:ext>
            </a:extLst>
          </p:cNvPr>
          <p:cNvGrpSpPr/>
          <p:nvPr/>
        </p:nvGrpSpPr>
        <p:grpSpPr>
          <a:xfrm flipH="1">
            <a:off x="-18288000" y="-18288000"/>
            <a:ext cx="932516" cy="456884"/>
            <a:chOff x="2312419" y="3416804"/>
            <a:chExt cx="932516" cy="456884"/>
          </a:xfrm>
        </p:grpSpPr>
        <p:grpSp>
          <p:nvGrpSpPr>
            <p:cNvPr id="59" name="Gruppo 58">
              <a:extLst>
                <a:ext uri="{FF2B5EF4-FFF2-40B4-BE49-F238E27FC236}">
                  <a16:creationId xmlns:a16="http://schemas.microsoft.com/office/drawing/2014/main" id="{0ACBFBE3-5873-2386-5643-1AB30ECB77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530" y="3627467"/>
              <a:ext cx="509821" cy="246221"/>
              <a:chOff x="1437890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1" name="Ovale 60">
                <a:extLst>
                  <a:ext uri="{FF2B5EF4-FFF2-40B4-BE49-F238E27FC236}">
                    <a16:creationId xmlns:a16="http://schemas.microsoft.com/office/drawing/2014/main" id="{5594D2FF-95F7-8900-32D8-78E99322B2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11D756C8-D7AB-BE95-D488-330A37455A73}"/>
                  </a:ext>
                </a:extLst>
              </p:cNvPr>
              <p:cNvSpPr txBox="1"/>
              <p:nvPr/>
            </p:nvSpPr>
            <p:spPr>
              <a:xfrm>
                <a:off x="1437890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5B37D023-3E79-8E0D-76E9-5AC2E6F0D30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Cm1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7070BCC-D29F-A0D5-39BC-F50F86389D5C}"/>
              </a:ext>
            </a:extLst>
          </p:cNvPr>
          <p:cNvGrpSpPr/>
          <p:nvPr/>
        </p:nvGrpSpPr>
        <p:grpSpPr>
          <a:xfrm flipH="1">
            <a:off x="-18288000" y="-18288000"/>
            <a:ext cx="932516" cy="449264"/>
            <a:chOff x="2312419" y="3416804"/>
            <a:chExt cx="932516" cy="449264"/>
          </a:xfrm>
        </p:grpSpPr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BE4D09E3-52F6-D944-54A2-5DB922CF2F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733" y="3619847"/>
              <a:ext cx="509821" cy="246221"/>
              <a:chOff x="1429883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e 65">
                <a:extLst>
                  <a:ext uri="{FF2B5EF4-FFF2-40B4-BE49-F238E27FC236}">
                    <a16:creationId xmlns:a16="http://schemas.microsoft.com/office/drawing/2014/main" id="{B6EFAB41-8AA2-2B72-858E-3B7D6DF57C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7" name="CasellaDiTesto 66">
                <a:extLst>
                  <a:ext uri="{FF2B5EF4-FFF2-40B4-BE49-F238E27FC236}">
                    <a16:creationId xmlns:a16="http://schemas.microsoft.com/office/drawing/2014/main" id="{FD50CE03-A557-7B80-D8EE-829D6FC2281B}"/>
                  </a:ext>
                </a:extLst>
              </p:cNvPr>
              <p:cNvSpPr txBox="1"/>
              <p:nvPr/>
            </p:nvSpPr>
            <p:spPr>
              <a:xfrm>
                <a:off x="1429883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5" name="CasellaDiTesto 64">
              <a:extLst>
                <a:ext uri="{FF2B5EF4-FFF2-40B4-BE49-F238E27FC236}">
                  <a16:creationId xmlns:a16="http://schemas.microsoft.com/office/drawing/2014/main" id="{A8354D7A-B441-3310-F693-4B4DC7610850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Cb1</a:t>
              </a:r>
            </a:p>
          </p:txBody>
        </p:sp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0AF32FF4-42F2-C531-7B2D-751D1F438E7F}"/>
              </a:ext>
            </a:extLst>
          </p:cNvPr>
          <p:cNvGrpSpPr/>
          <p:nvPr/>
        </p:nvGrpSpPr>
        <p:grpSpPr>
          <a:xfrm flipH="1">
            <a:off x="5365871" y="3596510"/>
            <a:ext cx="932516" cy="449264"/>
            <a:chOff x="2312419" y="3416804"/>
            <a:chExt cx="932516" cy="449264"/>
          </a:xfrm>
        </p:grpSpPr>
        <p:grpSp>
          <p:nvGrpSpPr>
            <p:cNvPr id="69" name="Gruppo 68">
              <a:extLst>
                <a:ext uri="{FF2B5EF4-FFF2-40B4-BE49-F238E27FC236}">
                  <a16:creationId xmlns:a16="http://schemas.microsoft.com/office/drawing/2014/main" id="{69E819C5-D1D2-3C68-D04D-A0C395BC3F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19847"/>
              <a:ext cx="509821" cy="246221"/>
              <a:chOff x="1430255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Ovale 70">
                <a:extLst>
                  <a:ext uri="{FF2B5EF4-FFF2-40B4-BE49-F238E27FC236}">
                    <a16:creationId xmlns:a16="http://schemas.microsoft.com/office/drawing/2014/main" id="{C8F41613-D750-1F5C-4458-0488D328F6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D9F667FD-4184-A85A-6CDE-FB438337B79C}"/>
                  </a:ext>
                </a:extLst>
              </p:cNvPr>
              <p:cNvSpPr txBox="1"/>
              <p:nvPr/>
            </p:nvSpPr>
            <p:spPr>
              <a:xfrm>
                <a:off x="1430255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3CC8AE64-E5C7-DF2F-5AA3-00FCE352930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Bremer</a:t>
              </a:r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0CDB5937-840A-EB3B-46DD-C10C7EE6C693}"/>
              </a:ext>
            </a:extLst>
          </p:cNvPr>
          <p:cNvGrpSpPr/>
          <p:nvPr/>
        </p:nvGrpSpPr>
        <p:grpSpPr>
          <a:xfrm flipH="1">
            <a:off x="3793734" y="3087689"/>
            <a:ext cx="932516" cy="456884"/>
            <a:chOff x="2312419" y="3416804"/>
            <a:chExt cx="932516" cy="456884"/>
          </a:xfrm>
        </p:grpSpPr>
        <p:grpSp>
          <p:nvGrpSpPr>
            <p:cNvPr id="74" name="Gruppo 73">
              <a:extLst>
                <a:ext uri="{FF2B5EF4-FFF2-40B4-BE49-F238E27FC236}">
                  <a16:creationId xmlns:a16="http://schemas.microsoft.com/office/drawing/2014/main" id="{24AB6ED9-E69E-C7B8-72DC-1198C16E39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6" name="Ovale 75">
                <a:extLst>
                  <a:ext uri="{FF2B5EF4-FFF2-40B4-BE49-F238E27FC236}">
                    <a16:creationId xmlns:a16="http://schemas.microsoft.com/office/drawing/2014/main" id="{900CFF81-1DE5-643B-DE35-4A6E7DBD7C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C4415BBB-7737-245B-EA50-BF12C76B28B2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8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5" name="CasellaDiTesto 74">
              <a:extLst>
                <a:ext uri="{FF2B5EF4-FFF2-40B4-BE49-F238E27FC236}">
                  <a16:creationId xmlns:a16="http://schemas.microsoft.com/office/drawing/2014/main" id="{9946A6CF-F40F-E0FA-8B27-54AC0D87C7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Koopmeiners</a:t>
              </a:r>
            </a:p>
          </p:txBody>
        </p:sp>
      </p:grp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57901FA2-29B2-3EE9-FFDA-1E357B70566C}"/>
              </a:ext>
            </a:extLst>
          </p:cNvPr>
          <p:cNvGrpSpPr/>
          <p:nvPr/>
        </p:nvGrpSpPr>
        <p:grpSpPr>
          <a:xfrm flipH="1">
            <a:off x="3776554" y="1608673"/>
            <a:ext cx="932516" cy="456884"/>
            <a:chOff x="2312419" y="3416804"/>
            <a:chExt cx="932516" cy="456884"/>
          </a:xfrm>
        </p:grpSpPr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B55F28BC-37F1-1A59-CC7D-F0667B402C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10CDB27F-2C6E-2BF9-F6DC-9376B45C78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21D43F79-0D46-7D3B-9A42-0DB2EB40CB9B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0" name="CasellaDiTesto 79">
              <a:extLst>
                <a:ext uri="{FF2B5EF4-FFF2-40B4-BE49-F238E27FC236}">
                  <a16:creationId xmlns:a16="http://schemas.microsoft.com/office/drawing/2014/main" id="{5075D832-441B-8F7C-E951-234359CC20F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Thuram</a:t>
              </a:r>
            </a:p>
          </p:txBody>
        </p:sp>
      </p:grp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15848553-0E9A-CDD3-F226-C01C09691082}"/>
              </a:ext>
            </a:extLst>
          </p:cNvPr>
          <p:cNvGrpSpPr/>
          <p:nvPr/>
        </p:nvGrpSpPr>
        <p:grpSpPr>
          <a:xfrm flipH="1">
            <a:off x="3485112" y="4389868"/>
            <a:ext cx="932516" cy="456884"/>
            <a:chOff x="2312419" y="3416804"/>
            <a:chExt cx="932516" cy="456884"/>
          </a:xfrm>
        </p:grpSpPr>
        <p:grpSp>
          <p:nvGrpSpPr>
            <p:cNvPr id="84" name="Gruppo 83">
              <a:extLst>
                <a:ext uri="{FF2B5EF4-FFF2-40B4-BE49-F238E27FC236}">
                  <a16:creationId xmlns:a16="http://schemas.microsoft.com/office/drawing/2014/main" id="{23CE0A0E-1CA4-7FED-D98A-35CE005A1E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6" name="Ovale 85">
                <a:extLst>
                  <a:ext uri="{FF2B5EF4-FFF2-40B4-BE49-F238E27FC236}">
                    <a16:creationId xmlns:a16="http://schemas.microsoft.com/office/drawing/2014/main" id="{68661988-C227-41A4-E3B7-A79FB1E5FA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7C81F198-C247-114E-DAA0-9181C04B0DC9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32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5" name="CasellaDiTesto 84">
              <a:extLst>
                <a:ext uri="{FF2B5EF4-FFF2-40B4-BE49-F238E27FC236}">
                  <a16:creationId xmlns:a16="http://schemas.microsoft.com/office/drawing/2014/main" id="{7CB13BC9-F0FA-4300-F66A-9200BED9C1D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Cabal</a:t>
              </a:r>
            </a:p>
          </p:txBody>
        </p:sp>
      </p:grp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3B50ED6A-BA4A-B86D-48C3-364272ACCE75}"/>
              </a:ext>
            </a:extLst>
          </p:cNvPr>
          <p:cNvGrpSpPr/>
          <p:nvPr/>
        </p:nvGrpSpPr>
        <p:grpSpPr>
          <a:xfrm flipH="1">
            <a:off x="3694744" y="260238"/>
            <a:ext cx="932516" cy="456884"/>
            <a:chOff x="2312419" y="3416804"/>
            <a:chExt cx="932516" cy="456884"/>
          </a:xfrm>
        </p:grpSpPr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963230D1-ACEF-8D13-B02A-96EEA51378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353" y="3627467"/>
              <a:ext cx="509821" cy="246221"/>
              <a:chOff x="1437709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1" name="Ovale 90">
                <a:extLst>
                  <a:ext uri="{FF2B5EF4-FFF2-40B4-BE49-F238E27FC236}">
                    <a16:creationId xmlns:a16="http://schemas.microsoft.com/office/drawing/2014/main" id="{23A0A981-8939-0E41-EB0B-C6E4457F99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92" name="CasellaDiTesto 91">
                <a:extLst>
                  <a:ext uri="{FF2B5EF4-FFF2-40B4-BE49-F238E27FC236}">
                    <a16:creationId xmlns:a16="http://schemas.microsoft.com/office/drawing/2014/main" id="{52F0932E-D387-1B9D-77BA-CCDC775B9D3D}"/>
                  </a:ext>
                </a:extLst>
              </p:cNvPr>
              <p:cNvSpPr txBox="1"/>
              <p:nvPr/>
            </p:nvSpPr>
            <p:spPr>
              <a:xfrm>
                <a:off x="1437709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0" name="CasellaDiTesto 89">
              <a:extLst>
                <a:ext uri="{FF2B5EF4-FFF2-40B4-BE49-F238E27FC236}">
                  <a16:creationId xmlns:a16="http://schemas.microsoft.com/office/drawing/2014/main" id="{8D4CDD5F-5B31-9587-A2A7-9EE21D68F75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Cambiaso</a:t>
              </a:r>
            </a:p>
          </p:txBody>
        </p:sp>
      </p:grp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F936D488-0503-F23B-5BBB-B454AE5268A2}"/>
              </a:ext>
            </a:extLst>
          </p:cNvPr>
          <p:cNvGrpSpPr/>
          <p:nvPr/>
        </p:nvGrpSpPr>
        <p:grpSpPr>
          <a:xfrm flipH="1">
            <a:off x="2619573" y="1690098"/>
            <a:ext cx="932516" cy="456884"/>
            <a:chOff x="2312419" y="3416804"/>
            <a:chExt cx="932516" cy="456884"/>
          </a:xfrm>
        </p:grpSpPr>
        <p:grpSp>
          <p:nvGrpSpPr>
            <p:cNvPr id="94" name="Gruppo 93">
              <a:extLst>
                <a:ext uri="{FF2B5EF4-FFF2-40B4-BE49-F238E27FC236}">
                  <a16:creationId xmlns:a16="http://schemas.microsoft.com/office/drawing/2014/main" id="{6E5688A8-156C-C761-CEC8-051707725F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919" y="3627467"/>
              <a:ext cx="509821" cy="246221"/>
              <a:chOff x="1430074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6" name="Ovale 95">
                <a:extLst>
                  <a:ext uri="{FF2B5EF4-FFF2-40B4-BE49-F238E27FC236}">
                    <a16:creationId xmlns:a16="http://schemas.microsoft.com/office/drawing/2014/main" id="{4A61FF3A-B6C0-1DBF-B85A-4BE1D1D815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1" name="CasellaDiTesto 100">
                <a:extLst>
                  <a:ext uri="{FF2B5EF4-FFF2-40B4-BE49-F238E27FC236}">
                    <a16:creationId xmlns:a16="http://schemas.microsoft.com/office/drawing/2014/main" id="{B91982F9-2183-F888-D98B-F57422789A8D}"/>
                  </a:ext>
                </a:extLst>
              </p:cNvPr>
              <p:cNvSpPr txBox="1"/>
              <p:nvPr/>
            </p:nvSpPr>
            <p:spPr>
              <a:xfrm>
                <a:off x="1430074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5C668BAA-A347-F87D-AB8A-5ACEBFF3292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Vlahović</a:t>
              </a:r>
            </a:p>
          </p:txBody>
        </p: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E3B48795-C1BF-4482-44EA-344AEA9EF7CD}"/>
              </a:ext>
            </a:extLst>
          </p:cNvPr>
          <p:cNvGrpSpPr/>
          <p:nvPr/>
        </p:nvGrpSpPr>
        <p:grpSpPr>
          <a:xfrm flipH="1">
            <a:off x="2637748" y="2884493"/>
            <a:ext cx="932516" cy="456884"/>
            <a:chOff x="2312419" y="3416804"/>
            <a:chExt cx="932516" cy="456884"/>
          </a:xfrm>
        </p:grpSpPr>
        <p:grpSp>
          <p:nvGrpSpPr>
            <p:cNvPr id="104" name="Gruppo 103">
              <a:extLst>
                <a:ext uri="{FF2B5EF4-FFF2-40B4-BE49-F238E27FC236}">
                  <a16:creationId xmlns:a16="http://schemas.microsoft.com/office/drawing/2014/main" id="{FC19523E-8901-C8F1-32A5-F8E4711387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7" name="Ovale 106">
                <a:extLst>
                  <a:ext uri="{FF2B5EF4-FFF2-40B4-BE49-F238E27FC236}">
                    <a16:creationId xmlns:a16="http://schemas.microsoft.com/office/drawing/2014/main" id="{B7BD42C6-A0CF-2353-1AD0-33C7591BFA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8" name="CasellaDiTesto 107">
                <a:extLst>
                  <a:ext uri="{FF2B5EF4-FFF2-40B4-BE49-F238E27FC236}">
                    <a16:creationId xmlns:a16="http://schemas.microsoft.com/office/drawing/2014/main" id="{BECC3463-09A5-5904-8788-65B692AA7F7D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6" name="CasellaDiTesto 105">
              <a:extLst>
                <a:ext uri="{FF2B5EF4-FFF2-40B4-BE49-F238E27FC236}">
                  <a16:creationId xmlns:a16="http://schemas.microsoft.com/office/drawing/2014/main" id="{84B4F872-8A23-D660-B4C1-931A1AFE21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Locatelli</a:t>
              </a: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C571E32E-3570-5D0B-0169-A8B627490A7A}"/>
              </a:ext>
            </a:extLst>
          </p:cNvPr>
          <p:cNvGrpSpPr/>
          <p:nvPr/>
        </p:nvGrpSpPr>
        <p:grpSpPr>
          <a:xfrm flipH="1">
            <a:off x="2297233" y="860383"/>
            <a:ext cx="932516" cy="450141"/>
            <a:chOff x="2312419" y="3416804"/>
            <a:chExt cx="932516" cy="450141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036032F8-0ABD-4953-D6B2-A8C8EBA3F8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Ovale 14">
                <a:extLst>
                  <a:ext uri="{FF2B5EF4-FFF2-40B4-BE49-F238E27FC236}">
                    <a16:creationId xmlns:a16="http://schemas.microsoft.com/office/drawing/2014/main" id="{63FDB0BD-2A38-FA2B-E414-8724D47F5A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20405A2-1E99-06F5-A9AA-45B4F54403FB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76435487-00B2-B876-F581-20404463306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TER </a:t>
              </a:r>
              <a:r>
                <a:rPr lang="it-IT" sz="1000" dirty="0" err="1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S</a:t>
              </a:r>
              <a:endParaRPr lang="it-IT" sz="1000" dirty="0">
                <a:solidFill>
                  <a:prstClr val="black"/>
                </a:solidFill>
                <a:latin typeface="Avenir Next Condensed" panose="020B0506020202020204" pitchFamily="34" charset="0"/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BC6D12A7-F137-6BA4-E63B-488CBCC488C4}"/>
              </a:ext>
            </a:extLst>
          </p:cNvPr>
          <p:cNvGrpSpPr/>
          <p:nvPr/>
        </p:nvGrpSpPr>
        <p:grpSpPr>
          <a:xfrm flipH="1">
            <a:off x="2191961" y="2801007"/>
            <a:ext cx="932516" cy="450141"/>
            <a:chOff x="2312419" y="3416804"/>
            <a:chExt cx="932516" cy="450141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60C63F63-A135-148F-552B-DFB130E908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Ovale 19">
                <a:extLst>
                  <a:ext uri="{FF2B5EF4-FFF2-40B4-BE49-F238E27FC236}">
                    <a16:creationId xmlns:a16="http://schemas.microsoft.com/office/drawing/2014/main" id="{5810682A-8D9C-2068-EAD8-A6BBC8AD0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146831E-3E4F-6C9D-B0BB-3BDFFCC55CE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2085FF7D-B5B1-8E05-B7CA-BAEF057B8657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336BBBA0-86C8-EB03-4933-C91E3FB3AA6B}"/>
              </a:ext>
            </a:extLst>
          </p:cNvPr>
          <p:cNvGrpSpPr/>
          <p:nvPr/>
        </p:nvGrpSpPr>
        <p:grpSpPr>
          <a:xfrm flipH="1">
            <a:off x="2290953" y="3744683"/>
            <a:ext cx="932516" cy="450141"/>
            <a:chOff x="2312419" y="3416804"/>
            <a:chExt cx="932516" cy="450141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792B04DD-B3C9-974C-7982-5988EE50E8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Ovale 29">
                <a:extLst>
                  <a:ext uri="{FF2B5EF4-FFF2-40B4-BE49-F238E27FC236}">
                    <a16:creationId xmlns:a16="http://schemas.microsoft.com/office/drawing/2014/main" id="{3F447ADA-634A-BAFD-4F88-082755278A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84D73E7D-EB28-18DD-30DD-99501C3FF25A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0D63622B-A2FD-134D-F34C-9F0E3C44BFB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TER D</a:t>
              </a: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876DE8C-D51F-1C2B-42B5-F0054C2BA587}"/>
              </a:ext>
            </a:extLst>
          </p:cNvPr>
          <p:cNvGrpSpPr/>
          <p:nvPr/>
        </p:nvGrpSpPr>
        <p:grpSpPr>
          <a:xfrm flipH="1">
            <a:off x="3145856" y="2870747"/>
            <a:ext cx="932516" cy="450141"/>
            <a:chOff x="2312419" y="3416804"/>
            <a:chExt cx="932516" cy="450141"/>
          </a:xfrm>
        </p:grpSpPr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BAC09257-878C-2656-6891-11BCBADA8F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BB46E1EE-DFF9-CDDD-3720-7CB3AA1C6F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0D9FBAE4-55CA-024F-EE4B-39F433346D4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8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C7F0A523-149B-236C-5486-7D5FD971B2BE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D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F4009FEB-E114-92A5-475B-4A76CD69A951}"/>
              </a:ext>
            </a:extLst>
          </p:cNvPr>
          <p:cNvGrpSpPr/>
          <p:nvPr/>
        </p:nvGrpSpPr>
        <p:grpSpPr>
          <a:xfrm flipH="1">
            <a:off x="3147458" y="1650878"/>
            <a:ext cx="932516" cy="450141"/>
            <a:chOff x="2312419" y="3416804"/>
            <a:chExt cx="932516" cy="450141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5D08E7DE-2776-3498-609A-A2BAFE4D01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Ovale 39">
                <a:extLst>
                  <a:ext uri="{FF2B5EF4-FFF2-40B4-BE49-F238E27FC236}">
                    <a16:creationId xmlns:a16="http://schemas.microsoft.com/office/drawing/2014/main" id="{3CFFCE95-B8B7-F700-D195-2DE5DD3F7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FC76543D-374D-5D0B-3F96-5AD84FDC6F59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3406FC77-948D-FCCB-F58F-018A8134EA98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D38E09CB-3D82-CC2C-2E26-AE29FCD0D1DD}"/>
              </a:ext>
            </a:extLst>
          </p:cNvPr>
          <p:cNvGrpSpPr/>
          <p:nvPr/>
        </p:nvGrpSpPr>
        <p:grpSpPr>
          <a:xfrm flipH="1">
            <a:off x="3979388" y="2329927"/>
            <a:ext cx="932516" cy="450141"/>
            <a:chOff x="2312419" y="3416804"/>
            <a:chExt cx="932516" cy="450141"/>
          </a:xfrm>
        </p:grpSpPr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768D6764-8D5E-A4EE-6111-3B6E2EFDEB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E8DD141E-7654-A729-EABA-89DE74CEEF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B6D3D534-017E-B0C1-A9A5-42D57692D38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10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6CBE6E62-5F46-94F3-15BC-53FB2F0AC61F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TREQ.</a:t>
              </a:r>
            </a:p>
          </p:txBody>
        </p:sp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233D15F3-6195-BECD-3D3B-AF41261C1840}"/>
              </a:ext>
            </a:extLst>
          </p:cNvPr>
          <p:cNvGrpSpPr/>
          <p:nvPr/>
        </p:nvGrpSpPr>
        <p:grpSpPr>
          <a:xfrm flipH="1">
            <a:off x="4460886" y="975000"/>
            <a:ext cx="932516" cy="450141"/>
            <a:chOff x="2312419" y="3416804"/>
            <a:chExt cx="932516" cy="450141"/>
          </a:xfrm>
        </p:grpSpPr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2CB47198-5C94-B44E-A29D-A5150C913B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Ovale 49">
                <a:extLst>
                  <a:ext uri="{FF2B5EF4-FFF2-40B4-BE49-F238E27FC236}">
                    <a16:creationId xmlns:a16="http://schemas.microsoft.com/office/drawing/2014/main" id="{98C4020B-4842-2767-513A-D8EF54CA07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C02D2AA3-B552-68E9-CC46-E26A21CBC1F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D6C27283-9997-020D-06BB-C35F811A3C3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4E368837-6261-FB24-514C-5E9FFBFCFFF7}"/>
              </a:ext>
            </a:extLst>
          </p:cNvPr>
          <p:cNvGrpSpPr/>
          <p:nvPr/>
        </p:nvGrpSpPr>
        <p:grpSpPr>
          <a:xfrm flipH="1">
            <a:off x="4389649" y="3632106"/>
            <a:ext cx="932516" cy="450141"/>
            <a:chOff x="2312419" y="3416804"/>
            <a:chExt cx="932516" cy="450141"/>
          </a:xfrm>
        </p:grpSpPr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12F7ACF1-496D-3BB0-6E09-F292212294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Ovale 54">
                <a:extLst>
                  <a:ext uri="{FF2B5EF4-FFF2-40B4-BE49-F238E27FC236}">
                    <a16:creationId xmlns:a16="http://schemas.microsoft.com/office/drawing/2014/main" id="{C1A05CD6-B39B-C94D-7ACF-0F71FFC28E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66106842-8EEA-40C3-AACD-F40EB155B15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3F27030D-85D8-5806-DA16-36643A220AD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6F860713-F17A-AC40-D339-78E7B7053BCC}"/>
              </a:ext>
            </a:extLst>
          </p:cNvPr>
          <p:cNvGrpSpPr/>
          <p:nvPr/>
        </p:nvGrpSpPr>
        <p:grpSpPr>
          <a:xfrm flipH="1">
            <a:off x="5026136" y="2270436"/>
            <a:ext cx="932516" cy="450141"/>
            <a:chOff x="2312419" y="3416804"/>
            <a:chExt cx="932516" cy="450141"/>
          </a:xfrm>
        </p:grpSpPr>
        <p:grpSp>
          <p:nvGrpSpPr>
            <p:cNvPr id="109" name="Gruppo 108">
              <a:extLst>
                <a:ext uri="{FF2B5EF4-FFF2-40B4-BE49-F238E27FC236}">
                  <a16:creationId xmlns:a16="http://schemas.microsoft.com/office/drawing/2014/main" id="{1AEE2AD1-9A92-FF6B-2B3E-B7F51EA322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1" name="Ovale 110">
                <a:extLst>
                  <a:ext uri="{FF2B5EF4-FFF2-40B4-BE49-F238E27FC236}">
                    <a16:creationId xmlns:a16="http://schemas.microsoft.com/office/drawing/2014/main" id="{EF547BD8-173E-93D5-9862-7A95137D54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13" name="CasellaDiTesto 112">
                <a:extLst>
                  <a:ext uri="{FF2B5EF4-FFF2-40B4-BE49-F238E27FC236}">
                    <a16:creationId xmlns:a16="http://schemas.microsoft.com/office/drawing/2014/main" id="{26D51857-568A-48D7-B6E5-644949970A9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0" name="CasellaDiTesto 109">
              <a:extLst>
                <a:ext uri="{FF2B5EF4-FFF2-40B4-BE49-F238E27FC236}">
                  <a16:creationId xmlns:a16="http://schemas.microsoft.com/office/drawing/2014/main" id="{11CF46D5-6F98-F9F5-20F6-E7A77C44A7F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ATT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897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287141</TotalTime>
  <Words>1149</Words>
  <Application>Microsoft Macintosh PowerPoint</Application>
  <PresentationFormat>Presentazione su schermo (16:9)</PresentationFormat>
  <Paragraphs>706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5" baseType="lpstr">
      <vt:lpstr>Arial</vt:lpstr>
      <vt:lpstr>Avenir Next Condensed</vt:lpstr>
      <vt:lpstr>Avenir Next Condensed Demi Bold</vt:lpstr>
      <vt:lpstr>Calibri</vt:lpstr>
      <vt:lpstr>Calibri Light</vt:lpstr>
      <vt:lpstr>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Simone Filippo Contran</dc:creator>
  <cp:lastModifiedBy>Simone Contran</cp:lastModifiedBy>
  <cp:revision>2071</cp:revision>
  <cp:lastPrinted>2025-04-07T20:27:46Z</cp:lastPrinted>
  <dcterms:created xsi:type="dcterms:W3CDTF">2020-04-30T21:06:22Z</dcterms:created>
  <dcterms:modified xsi:type="dcterms:W3CDTF">2026-05-07T15:00:19Z</dcterms:modified>
</cp:coreProperties>
</file>