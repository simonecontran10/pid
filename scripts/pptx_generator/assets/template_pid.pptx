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</p:sldMasterIdLst>
  <p:notesMasterIdLst>
    <p:notesMasterId r:id="rId11"/>
  </p:notesMasterIdLst>
  <p:sldIdLst>
    <p:sldId id="1221" r:id="rId3"/>
    <p:sldId id="1176" r:id="rId4"/>
    <p:sldId id="1226" r:id="rId5"/>
    <p:sldId id="1227" r:id="rId6"/>
    <p:sldId id="1224" r:id="rId7"/>
    <p:sldId id="1223" r:id="rId8"/>
    <p:sldId id="1225" r:id="rId9"/>
    <p:sldId id="1222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2989"/>
    <a:srgbClr val="1B5295"/>
    <a:srgbClr val="004B95"/>
    <a:srgbClr val="FFFF00"/>
    <a:srgbClr val="005B2E"/>
    <a:srgbClr val="CFD7E7"/>
    <a:srgbClr val="F8ED41"/>
    <a:srgbClr val="0C6338"/>
    <a:srgbClr val="105332"/>
    <a:srgbClr val="005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1"/>
    <p:restoredTop sz="94850"/>
  </p:normalViewPr>
  <p:slideViewPr>
    <p:cSldViewPr snapToGrid="0" snapToObjects="1" showGuides="1">
      <p:cViewPr varScale="1">
        <p:scale>
          <a:sx n="147" d="100"/>
          <a:sy n="147" d="100"/>
        </p:scale>
        <p:origin x="648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A16E4-E61B-E847-83BC-650566468D55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4A374-4BFD-9448-970E-AE3EBC8D7E1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925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0C784-7983-9CA4-395E-9E94F410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9F9B8BE-9059-710A-4D76-24C8BED51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5D74C31-2D63-6D86-59E5-65593EC10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B9BBFC-54E7-027E-952F-318F313A9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4AA218-7BE7-4DD1-93BC-0D5D68D8F85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  <a:sym typeface="Helvetic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7309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8893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3464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559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308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872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030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4326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015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9362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059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8887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6706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4490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1517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5776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2001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7977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623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4262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56771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6663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5" cy="4358879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3339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6851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FBA8C-CF7D-574F-968D-B58FF06DE09B}" type="datetimeFigureOut">
              <a:rPr lang="it-IT" smtClean="0"/>
              <a:t>07/05/26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5B759-9DF4-3741-A6EF-244F94FD6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770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microsoft.com/office/2007/relationships/hdphoto" Target="../media/hdphoto1.wdp"/><Relationship Id="rId7" Type="http://schemas.openxmlformats.org/officeDocument/2006/relationships/image" Target="../media/image1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4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microsoft.com/office/2007/relationships/hdphoto" Target="../media/hdphoto1.wdp"/><Relationship Id="rId7" Type="http://schemas.openxmlformats.org/officeDocument/2006/relationships/image" Target="../media/image1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image" Target="../media/image4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microsoft.com/office/2007/relationships/hdphoto" Target="../media/hdphoto1.wdp"/><Relationship Id="rId7" Type="http://schemas.openxmlformats.org/officeDocument/2006/relationships/image" Target="../media/image1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image" Target="../media/image4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openxmlformats.org/officeDocument/2006/relationships/image" Target="../media/image1.png"/><Relationship Id="rId12" Type="http://schemas.openxmlformats.org/officeDocument/2006/relationships/image" Target="../media/image12.png"/><Relationship Id="rId2" Type="http://schemas.openxmlformats.org/officeDocument/2006/relationships/image" Target="../media/image4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7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openxmlformats.org/officeDocument/2006/relationships/image" Target="../media/image1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4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7.png"/><Relationship Id="rId3" Type="http://schemas.microsoft.com/office/2007/relationships/hdphoto" Target="../media/hdphoto1.wdp"/><Relationship Id="rId7" Type="http://schemas.openxmlformats.org/officeDocument/2006/relationships/image" Target="../media/image1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915B17-B6C7-B074-F642-F46AA3F8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tangolo 44">
            <a:extLst>
              <a:ext uri="{FF2B5EF4-FFF2-40B4-BE49-F238E27FC236}">
                <a16:creationId xmlns:a16="http://schemas.microsoft.com/office/drawing/2014/main" id="{0F6BFDF3-4CF9-387A-69D3-FEFAA6740646}"/>
              </a:ext>
            </a:extLst>
          </p:cNvPr>
          <p:cNvSpPr/>
          <p:nvPr/>
        </p:nvSpPr>
        <p:spPr>
          <a:xfrm>
            <a:off x="0" y="-1"/>
            <a:ext cx="9046894" cy="5143498"/>
          </a:xfrm>
          <a:prstGeom prst="rect">
            <a:avLst/>
          </a:prstGeom>
          <a:solidFill>
            <a:srgbClr val="4C2989"/>
          </a:solidFill>
          <a:ln>
            <a:noFill/>
          </a:ln>
          <a:effectLst>
            <a:outerShdw blurRad="263715" dist="36783" dir="10800000" sx="103000" sy="103000" algn="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0EEF220C-0CAC-41EF-D4E6-4F5AB7510DC9}"/>
              </a:ext>
            </a:extLst>
          </p:cNvPr>
          <p:cNvSpPr/>
          <p:nvPr/>
        </p:nvSpPr>
        <p:spPr>
          <a:xfrm>
            <a:off x="2050295" y="4453930"/>
            <a:ext cx="1096936" cy="152296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21F10CA2-A167-224B-BAB7-977CCA5501FF}"/>
              </a:ext>
            </a:extLst>
          </p:cNvPr>
          <p:cNvGrpSpPr/>
          <p:nvPr/>
        </p:nvGrpSpPr>
        <p:grpSpPr>
          <a:xfrm>
            <a:off x="2" y="101875"/>
            <a:ext cx="6918688" cy="3659975"/>
            <a:chOff x="4732117" y="-19349"/>
            <a:chExt cx="6586915" cy="3659975"/>
          </a:xfrm>
        </p:grpSpPr>
        <p:cxnSp>
          <p:nvCxnSpPr>
            <p:cNvPr id="37" name="Connettore 1 36">
              <a:extLst>
                <a:ext uri="{FF2B5EF4-FFF2-40B4-BE49-F238E27FC236}">
                  <a16:creationId xmlns:a16="http://schemas.microsoft.com/office/drawing/2014/main" id="{8599974C-D377-9CC7-F8A0-7071B72CC3E4}"/>
                </a:ext>
              </a:extLst>
            </p:cNvPr>
            <p:cNvCxnSpPr>
              <a:cxnSpLocks/>
            </p:cNvCxnSpPr>
            <p:nvPr/>
          </p:nvCxnSpPr>
          <p:spPr>
            <a:xfrm>
              <a:off x="7475084" y="2885567"/>
              <a:ext cx="37792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>
              <a:extLst>
                <a:ext uri="{FF2B5EF4-FFF2-40B4-BE49-F238E27FC236}">
                  <a16:creationId xmlns:a16="http://schemas.microsoft.com/office/drawing/2014/main" id="{4A124607-C51D-7A9D-9DCA-1F17CC99DB60}"/>
                </a:ext>
              </a:extLst>
            </p:cNvPr>
            <p:cNvCxnSpPr>
              <a:cxnSpLocks/>
            </p:cNvCxnSpPr>
            <p:nvPr/>
          </p:nvCxnSpPr>
          <p:spPr>
            <a:xfrm>
              <a:off x="4740209" y="2885567"/>
              <a:ext cx="216277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asellaDiTesto 38">
              <a:extLst>
                <a:ext uri="{FF2B5EF4-FFF2-40B4-BE49-F238E27FC236}">
                  <a16:creationId xmlns:a16="http://schemas.microsoft.com/office/drawing/2014/main" id="{74820FA4-444D-76DD-87B7-73135516DEA3}"/>
                </a:ext>
              </a:extLst>
            </p:cNvPr>
            <p:cNvSpPr txBox="1"/>
            <p:nvPr/>
          </p:nvSpPr>
          <p:spPr>
            <a:xfrm>
              <a:off x="6902985" y="2700901"/>
              <a:ext cx="60655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>
                  <a:solidFill>
                    <a:schemeClr val="bg1"/>
                  </a:solidFill>
                  <a:effectLst>
                    <a:outerShdw blurRad="50800" dist="38100" dir="2700000" algn="br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VS</a:t>
              </a:r>
            </a:p>
          </p:txBody>
        </p:sp>
        <p:sp>
          <p:nvSpPr>
            <p:cNvPr id="40" name="CasellaDiTesto 39">
              <a:extLst>
                <a:ext uri="{FF2B5EF4-FFF2-40B4-BE49-F238E27FC236}">
                  <a16:creationId xmlns:a16="http://schemas.microsoft.com/office/drawing/2014/main" id="{C0F7FD2F-7CE7-4118-2352-AE61F40F1D83}"/>
                </a:ext>
              </a:extLst>
            </p:cNvPr>
            <p:cNvSpPr txBox="1"/>
            <p:nvPr/>
          </p:nvSpPr>
          <p:spPr>
            <a:xfrm>
              <a:off x="5449097" y="2932740"/>
              <a:ext cx="3514334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t-IT" sz="4000" dirty="0">
                  <a:solidFill>
                    <a:schemeClr val="bg1"/>
                  </a:solidFill>
                  <a:effectLst>
                    <a:outerShdw blurRad="50800" dist="38100" dir="2700000" algn="br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SQUADRA</a:t>
              </a:r>
            </a:p>
          </p:txBody>
        </p:sp>
        <p:cxnSp>
          <p:nvCxnSpPr>
            <p:cNvPr id="41" name="Connettore 1 40">
              <a:extLst>
                <a:ext uri="{FF2B5EF4-FFF2-40B4-BE49-F238E27FC236}">
                  <a16:creationId xmlns:a16="http://schemas.microsoft.com/office/drawing/2014/main" id="{991C408D-6ACF-35AA-95B2-76E806D9FD12}"/>
                </a:ext>
              </a:extLst>
            </p:cNvPr>
            <p:cNvCxnSpPr>
              <a:cxnSpLocks/>
            </p:cNvCxnSpPr>
            <p:nvPr/>
          </p:nvCxnSpPr>
          <p:spPr>
            <a:xfrm>
              <a:off x="4732117" y="3543849"/>
              <a:ext cx="658691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Google Shape;130;p18">
              <a:extLst>
                <a:ext uri="{FF2B5EF4-FFF2-40B4-BE49-F238E27FC236}">
                  <a16:creationId xmlns:a16="http://schemas.microsoft.com/office/drawing/2014/main" id="{855809CA-6DD4-41C7-A74C-0B2C12110CD5}"/>
                </a:ext>
              </a:extLst>
            </p:cNvPr>
            <p:cNvSpPr txBox="1"/>
            <p:nvPr/>
          </p:nvSpPr>
          <p:spPr>
            <a:xfrm>
              <a:off x="4911480" y="-19349"/>
              <a:ext cx="45720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6" tIns="45700" rIns="91426" bIns="45700" anchor="t" anchorCtr="0">
              <a:noAutofit/>
            </a:bodyPr>
            <a:lstStyle/>
            <a:p>
              <a:pPr algn="ctr">
                <a:lnSpc>
                  <a:spcPct val="115000"/>
                </a:lnSpc>
                <a:buSzPts val="1100"/>
                <a:defRPr/>
              </a:pPr>
              <a:r>
                <a: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Stadio – Città – Paese</a:t>
              </a:r>
            </a:p>
            <a:p>
              <a:pPr marL="0" marR="0" lvl="0" indent="0" algn="ctr" defTabSz="995507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100"/>
                <a:buFontTx/>
                <a:buNone/>
                <a:tabLst/>
                <a:defRPr/>
              </a:pPr>
              <a:r>
                <a: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GG MESE ANNO – </a:t>
              </a:r>
              <a:r>
                <a:rPr lang="it-IT" sz="1800" dirty="0">
                  <a:solidFill>
                    <a:schemeClr val="bg1"/>
                  </a:solidFill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HH</a:t>
              </a:r>
              <a:r>
                <a: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:MM </a:t>
              </a:r>
            </a:p>
            <a:p>
              <a:pPr marL="0" marR="0" lvl="0" indent="0" algn="ctr" defTabSz="995507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100"/>
                <a:buFontTx/>
                <a:buNone/>
                <a:tabLst/>
                <a:defRPr/>
              </a:pPr>
              <a:r>
                <a: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Serie A 2026/27 – </a:t>
              </a:r>
              <a:r>
                <a:rPr lang="it-IT" dirty="0">
                  <a:solidFill>
                    <a:schemeClr val="bg1"/>
                  </a:solidFill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X</a:t>
              </a:r>
              <a:r>
                <a: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Century Gothic"/>
                  <a:cs typeface="Century Gothic"/>
                  <a:sym typeface="Century Gothic"/>
                </a:rPr>
                <a:t>° giornata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5A5AA5-0D32-520A-D8E4-6B249303D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224970" y="1343702"/>
            <a:ext cx="729140" cy="12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82C91-5F09-4AD2-5DD7-43B03889EB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5" t="883" r="28212" b="-883"/>
          <a:stretch>
            <a:fillRect/>
          </a:stretch>
        </p:blipFill>
        <p:spPr bwMode="auto">
          <a:xfrm>
            <a:off x="4968667" y="-143824"/>
            <a:ext cx="4230236" cy="5431148"/>
          </a:xfrm>
          <a:prstGeom prst="rect">
            <a:avLst/>
          </a:prstGeom>
          <a:noFill/>
          <a:ln w="127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67B2EEC-47E9-8724-7B7F-6119730E7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2417221" y="4566783"/>
            <a:ext cx="363083" cy="46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26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 contrast="-30000"/>
                    </a14:imgEffect>
                  </a14:imgLayer>
                </a14:imgProps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DA529-870E-D52C-7F3A-08F7F5BD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F8186B12-2311-123A-B06E-1F6E712D76BC}"/>
              </a:ext>
            </a:extLst>
          </p:cNvPr>
          <p:cNvPicPr/>
          <p:nvPr/>
        </p:nvPicPr>
        <p:blipFill rotWithShape="1">
          <a:blip r:embed="rId4"/>
          <a:srcRect l="17580" t="6073" r="17094"/>
          <a:stretch/>
        </p:blipFill>
        <p:spPr>
          <a:xfrm>
            <a:off x="1142177" y="228762"/>
            <a:ext cx="6859646" cy="5553722"/>
          </a:xfrm>
          <a:prstGeom prst="rect">
            <a:avLst/>
          </a:prstGeom>
          <a:scene3d>
            <a:camera prst="orthographicFront">
              <a:rot lat="1800000" lon="0" rev="0"/>
            </a:camera>
            <a:lightRig rig="threePt" dir="t"/>
          </a:scene3d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7792E077-D1C3-BDA7-5E4C-EC303E98A345}"/>
              </a:ext>
            </a:extLst>
          </p:cNvPr>
          <p:cNvGrpSpPr/>
          <p:nvPr/>
        </p:nvGrpSpPr>
        <p:grpSpPr>
          <a:xfrm>
            <a:off x="-2738812" y="-4103764"/>
            <a:ext cx="7637413" cy="7566226"/>
            <a:chOff x="-2664000" y="-4103764"/>
            <a:chExt cx="7637413" cy="7566226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F80428B1-422E-E7FF-FF60-FFE7E10BFDE3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16" name="Striscia diagonale 15">
                <a:extLst>
                  <a:ext uri="{FF2B5EF4-FFF2-40B4-BE49-F238E27FC236}">
                    <a16:creationId xmlns:a16="http://schemas.microsoft.com/office/drawing/2014/main" id="{92EDF8ED-B043-07AA-75E6-43F52D9DF2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Striscia diagonale 16">
                <a:extLst>
                  <a:ext uri="{FF2B5EF4-FFF2-40B4-BE49-F238E27FC236}">
                    <a16:creationId xmlns:a16="http://schemas.microsoft.com/office/drawing/2014/main" id="{ED51B79E-43EE-961B-7AD3-049C79EFC6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Striscia diagonale 26">
                <a:extLst>
                  <a:ext uri="{FF2B5EF4-FFF2-40B4-BE49-F238E27FC236}">
                    <a16:creationId xmlns:a16="http://schemas.microsoft.com/office/drawing/2014/main" id="{D307857B-1435-3749-1DFA-376B73FEE1E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" name="Striscia diagonale 11">
              <a:extLst>
                <a:ext uri="{FF2B5EF4-FFF2-40B4-BE49-F238E27FC236}">
                  <a16:creationId xmlns:a16="http://schemas.microsoft.com/office/drawing/2014/main" id="{FAD69403-3086-AB47-CE69-42686E2E22D5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Striscia diagonale 12">
              <a:extLst>
                <a:ext uri="{FF2B5EF4-FFF2-40B4-BE49-F238E27FC236}">
                  <a16:creationId xmlns:a16="http://schemas.microsoft.com/office/drawing/2014/main" id="{BC2BA765-2C7A-AA2C-CE22-7991AECB0FC7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triscia diagonale 14">
              <a:extLst>
                <a:ext uri="{FF2B5EF4-FFF2-40B4-BE49-F238E27FC236}">
                  <a16:creationId xmlns:a16="http://schemas.microsoft.com/office/drawing/2014/main" id="{5ED53F35-C1AC-C8F8-0C23-73A809BCE903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3E81A79B-9D20-9371-1BB9-60B8F3D3CF84}"/>
              </a:ext>
            </a:extLst>
          </p:cNvPr>
          <p:cNvGrpSpPr/>
          <p:nvPr/>
        </p:nvGrpSpPr>
        <p:grpSpPr>
          <a:xfrm>
            <a:off x="4497189" y="-694178"/>
            <a:ext cx="9659566" cy="9483472"/>
            <a:chOff x="-2664000" y="-4103764"/>
            <a:chExt cx="7637413" cy="7566226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9D40C5A6-4368-5259-D653-4D2C421FA3E8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22" name="Striscia diagonale 21">
                <a:extLst>
                  <a:ext uri="{FF2B5EF4-FFF2-40B4-BE49-F238E27FC236}">
                    <a16:creationId xmlns:a16="http://schemas.microsoft.com/office/drawing/2014/main" id="{6D92E900-0B94-5C6C-A2A3-718B5B414D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Striscia diagonale 22">
                <a:extLst>
                  <a:ext uri="{FF2B5EF4-FFF2-40B4-BE49-F238E27FC236}">
                    <a16:creationId xmlns:a16="http://schemas.microsoft.com/office/drawing/2014/main" id="{1752000E-C1A7-363D-F0E7-0D4DF7E6F53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Striscia diagonale 23">
                <a:extLst>
                  <a:ext uri="{FF2B5EF4-FFF2-40B4-BE49-F238E27FC236}">
                    <a16:creationId xmlns:a16="http://schemas.microsoft.com/office/drawing/2014/main" id="{2316394F-8E65-F264-43F2-A8B9037D7D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9" name="Striscia diagonale 18">
              <a:extLst>
                <a:ext uri="{FF2B5EF4-FFF2-40B4-BE49-F238E27FC236}">
                  <a16:creationId xmlns:a16="http://schemas.microsoft.com/office/drawing/2014/main" id="{43BC0730-BB8E-EDB6-30EF-45D792BA66A5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Striscia diagonale 19">
              <a:extLst>
                <a:ext uri="{FF2B5EF4-FFF2-40B4-BE49-F238E27FC236}">
                  <a16:creationId xmlns:a16="http://schemas.microsoft.com/office/drawing/2014/main" id="{64B9E5CF-02B0-0F05-66E3-689B60883DC1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Striscia diagonale 20">
              <a:extLst>
                <a:ext uri="{FF2B5EF4-FFF2-40B4-BE49-F238E27FC236}">
                  <a16:creationId xmlns:a16="http://schemas.microsoft.com/office/drawing/2014/main" id="{0792F01A-F28F-2A6F-D5CE-36BF3E7EBD6A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28" name="Immagine 27">
            <a:extLst>
              <a:ext uri="{FF2B5EF4-FFF2-40B4-BE49-F238E27FC236}">
                <a16:creationId xmlns:a16="http://schemas.microsoft.com/office/drawing/2014/main" id="{153F81F7-B363-F3C7-1588-8ED54EB5E9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61748" y="4253987"/>
            <a:ext cx="798318" cy="798318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038C93A9-C029-11B5-E1D5-178DBDCE1AA5}"/>
              </a:ext>
            </a:extLst>
          </p:cNvPr>
          <p:cNvGrpSpPr/>
          <p:nvPr/>
        </p:nvGrpSpPr>
        <p:grpSpPr>
          <a:xfrm>
            <a:off x="423041" y="-34604"/>
            <a:ext cx="8297920" cy="703124"/>
            <a:chOff x="423041" y="-144605"/>
            <a:chExt cx="8297920" cy="703124"/>
          </a:xfrm>
        </p:grpSpPr>
        <p:sp>
          <p:nvSpPr>
            <p:cNvPr id="3" name="Parallelogramma 2">
              <a:extLst>
                <a:ext uri="{FF2B5EF4-FFF2-40B4-BE49-F238E27FC236}">
                  <a16:creationId xmlns:a16="http://schemas.microsoft.com/office/drawing/2014/main" id="{C819908A-FE42-A4BB-A906-9CAE204C1538}"/>
                </a:ext>
              </a:extLst>
            </p:cNvPr>
            <p:cNvSpPr/>
            <p:nvPr/>
          </p:nvSpPr>
          <p:spPr>
            <a:xfrm>
              <a:off x="2297564" y="-91129"/>
              <a:ext cx="6423397" cy="604391"/>
            </a:xfrm>
            <a:prstGeom prst="parallelogram">
              <a:avLst>
                <a:gd name="adj" fmla="val 102143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" name="Parallelogramma 3">
              <a:extLst>
                <a:ext uri="{FF2B5EF4-FFF2-40B4-BE49-F238E27FC236}">
                  <a16:creationId xmlns:a16="http://schemas.microsoft.com/office/drawing/2014/main" id="{7C722E50-9C74-4C26-CB68-1BDD1E62CF68}"/>
                </a:ext>
              </a:extLst>
            </p:cNvPr>
            <p:cNvSpPr/>
            <p:nvPr/>
          </p:nvSpPr>
          <p:spPr>
            <a:xfrm flipH="1">
              <a:off x="423043" y="-107768"/>
              <a:ext cx="6403643" cy="601793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Parallelogramma 4">
              <a:extLst>
                <a:ext uri="{FF2B5EF4-FFF2-40B4-BE49-F238E27FC236}">
                  <a16:creationId xmlns:a16="http://schemas.microsoft.com/office/drawing/2014/main" id="{408B5460-125D-6F35-B0A5-8DF213A3E7AB}"/>
                </a:ext>
              </a:extLst>
            </p:cNvPr>
            <p:cNvSpPr/>
            <p:nvPr/>
          </p:nvSpPr>
          <p:spPr>
            <a:xfrm flipH="1">
              <a:off x="584223" y="6834"/>
              <a:ext cx="7474832" cy="506696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Parallelogramma 5">
              <a:extLst>
                <a:ext uri="{FF2B5EF4-FFF2-40B4-BE49-F238E27FC236}">
                  <a16:creationId xmlns:a16="http://schemas.microsoft.com/office/drawing/2014/main" id="{AA818435-964C-6215-1BCF-FFDF55CA03CA}"/>
                </a:ext>
              </a:extLst>
            </p:cNvPr>
            <p:cNvSpPr/>
            <p:nvPr/>
          </p:nvSpPr>
          <p:spPr>
            <a:xfrm flipH="1">
              <a:off x="423041" y="-118621"/>
              <a:ext cx="5503491" cy="391484"/>
            </a:xfrm>
            <a:prstGeom prst="parallelogram">
              <a:avLst>
                <a:gd name="adj" fmla="val 112347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Parallelogramma 6">
              <a:extLst>
                <a:ext uri="{FF2B5EF4-FFF2-40B4-BE49-F238E27FC236}">
                  <a16:creationId xmlns:a16="http://schemas.microsoft.com/office/drawing/2014/main" id="{7F99DDE6-B8A0-356A-47ED-91B3E78BB285}"/>
                </a:ext>
              </a:extLst>
            </p:cNvPr>
            <p:cNvSpPr/>
            <p:nvPr/>
          </p:nvSpPr>
          <p:spPr>
            <a:xfrm flipH="1">
              <a:off x="1285929" y="-116974"/>
              <a:ext cx="6098711" cy="391484"/>
            </a:xfrm>
            <a:prstGeom prst="parallelogram">
              <a:avLst>
                <a:gd name="adj" fmla="val 65633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771D7541-44D6-6AD5-FAF4-853ACD86BB40}"/>
                </a:ext>
              </a:extLst>
            </p:cNvPr>
            <p:cNvSpPr txBox="1"/>
            <p:nvPr/>
          </p:nvSpPr>
          <p:spPr>
            <a:xfrm>
              <a:off x="2216923" y="-144605"/>
              <a:ext cx="2921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bg1"/>
                  </a:solidFill>
                  <a:latin typeface="Avenir Next Condensed" panose="020B0506020202020204" pitchFamily="34" charset="0"/>
                </a:rPr>
                <a:t>SQUADRA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739FB61E-B3A9-19F7-0B28-DD7E839F29BA}"/>
                </a:ext>
              </a:extLst>
            </p:cNvPr>
            <p:cNvSpPr txBox="1"/>
            <p:nvPr/>
          </p:nvSpPr>
          <p:spPr>
            <a:xfrm>
              <a:off x="2216922" y="250742"/>
              <a:ext cx="2921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Avenir Next Condensed" panose="020B0506020202020204" pitchFamily="34" charset="0"/>
                </a:rPr>
                <a:t>SISTEMA DI GIOCO </a:t>
              </a:r>
              <a:r>
                <a:rPr lang="it-IT" sz="1400" b="1" dirty="0">
                  <a:latin typeface="Avenir Next Condensed Demi Bold" panose="020B0506020202020204" pitchFamily="34" charset="0"/>
                </a:rPr>
                <a:t>3-5-2</a:t>
              </a:r>
            </a:p>
          </p:txBody>
        </p:sp>
      </p:grpSp>
      <p:sp>
        <p:nvSpPr>
          <p:cNvPr id="25" name="Ovale 24">
            <a:extLst>
              <a:ext uri="{FF2B5EF4-FFF2-40B4-BE49-F238E27FC236}">
                <a16:creationId xmlns:a16="http://schemas.microsoft.com/office/drawing/2014/main" id="{F5A28539-AD00-3769-F60D-3801AAF0ACE5}"/>
              </a:ext>
            </a:extLst>
          </p:cNvPr>
          <p:cNvSpPr/>
          <p:nvPr/>
        </p:nvSpPr>
        <p:spPr>
          <a:xfrm>
            <a:off x="1269960" y="7337"/>
            <a:ext cx="839613" cy="839613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EB8B920B-E949-37D2-7F5D-86B651476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7638740" y="77480"/>
            <a:ext cx="363083" cy="46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4050AD1-978E-057B-380B-384ABFADE29D}"/>
              </a:ext>
            </a:extLst>
          </p:cNvPr>
          <p:cNvSpPr txBox="1"/>
          <p:nvPr/>
        </p:nvSpPr>
        <p:spPr>
          <a:xfrm>
            <a:off x="5344141" y="380345"/>
            <a:ext cx="204049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it-IT" sz="1200" dirty="0">
                <a:latin typeface="Avenir Next Condensed" panose="020B0506020202020204" pitchFamily="34" charset="0"/>
              </a:rPr>
              <a:t>COACH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Nome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Cognome</a:t>
            </a:r>
            <a:endParaRPr kumimoji="0" lang="it-IT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Condensed" panose="020B0506020202020204" pitchFamily="34" charset="0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286A0E66-6F3A-95A6-112D-37FBAAD15CF5}"/>
              </a:ext>
            </a:extLst>
          </p:cNvPr>
          <p:cNvGrpSpPr/>
          <p:nvPr/>
        </p:nvGrpSpPr>
        <p:grpSpPr>
          <a:xfrm>
            <a:off x="3841541" y="866949"/>
            <a:ext cx="1460066" cy="222843"/>
            <a:chOff x="3923267" y="734293"/>
            <a:chExt cx="1460066" cy="222843"/>
          </a:xfrm>
        </p:grpSpPr>
        <p:sp>
          <p:nvSpPr>
            <p:cNvPr id="32" name="Rettangolo con due angoli in diagonale arrotondati 31">
              <a:extLst>
                <a:ext uri="{FF2B5EF4-FFF2-40B4-BE49-F238E27FC236}">
                  <a16:creationId xmlns:a16="http://schemas.microsoft.com/office/drawing/2014/main" id="{8DB72C4C-A37D-EAA5-E153-0A5F13D75D5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CF7327D8-BE61-7A0E-4ED1-A8898BF727D1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GK2</a:t>
              </a:r>
            </a:p>
          </p:txBody>
        </p:sp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A69859A3-4816-A50F-E74C-5B723BE79F8D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" name="Ovale 37">
                <a:extLst>
                  <a:ext uri="{FF2B5EF4-FFF2-40B4-BE49-F238E27FC236}">
                    <a16:creationId xmlns:a16="http://schemas.microsoft.com/office/drawing/2014/main" id="{EB1DB743-C9DF-11CF-D2B6-10395712642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9B675429-C647-69C5-2CBA-09FD97B87D0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</a:t>
                </a:r>
              </a:p>
            </p:txBody>
          </p:sp>
        </p:grpSp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0CD89534-6BD4-6658-1CC6-490087E68E4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" name="Ovale 35">
                <a:extLst>
                  <a:ext uri="{FF2B5EF4-FFF2-40B4-BE49-F238E27FC236}">
                    <a16:creationId xmlns:a16="http://schemas.microsoft.com/office/drawing/2014/main" id="{734F0124-572A-DEA5-9ADF-D07F15B04A5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305588AC-03A3-550F-4E5B-F3F456EF2AF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75CC4FEA-AC85-90D3-5728-5FB04A5A1080}"/>
              </a:ext>
            </a:extLst>
          </p:cNvPr>
          <p:cNvGrpSpPr/>
          <p:nvPr/>
        </p:nvGrpSpPr>
        <p:grpSpPr>
          <a:xfrm>
            <a:off x="5525515" y="1794324"/>
            <a:ext cx="1460066" cy="220379"/>
            <a:chOff x="3923267" y="734293"/>
            <a:chExt cx="1460066" cy="220379"/>
          </a:xfrm>
        </p:grpSpPr>
        <p:sp>
          <p:nvSpPr>
            <p:cNvPr id="41" name="Rettangolo con due angoli in diagonale arrotondati 40">
              <a:extLst>
                <a:ext uri="{FF2B5EF4-FFF2-40B4-BE49-F238E27FC236}">
                  <a16:creationId xmlns:a16="http://schemas.microsoft.com/office/drawing/2014/main" id="{9B5373F2-25A4-B09C-C147-3ADC14A04FF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2" name="CasellaDiTesto 41">
              <a:extLst>
                <a:ext uri="{FF2B5EF4-FFF2-40B4-BE49-F238E27FC236}">
                  <a16:creationId xmlns:a16="http://schemas.microsoft.com/office/drawing/2014/main" id="{6D1A9C4F-9608-8B91-5C9C-EDD0B53794D4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LCB1 188 Cm</a:t>
              </a:r>
            </a:p>
          </p:txBody>
        </p: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8BBEBC06-AE5D-7DC0-7322-8AC2234ED37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7" name="Ovale 46">
                <a:extLst>
                  <a:ext uri="{FF2B5EF4-FFF2-40B4-BE49-F238E27FC236}">
                    <a16:creationId xmlns:a16="http://schemas.microsoft.com/office/drawing/2014/main" id="{529D5C4F-06F9-F767-C5D0-F9E27C707AD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25CE87E4-B0AF-1EC8-06BF-8799C5E91D7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10</a:t>
                </a:r>
              </a:p>
            </p:txBody>
          </p:sp>
        </p:grpSp>
        <p:grpSp>
          <p:nvGrpSpPr>
            <p:cNvPr id="44" name="Gruppo 43">
              <a:extLst>
                <a:ext uri="{FF2B5EF4-FFF2-40B4-BE49-F238E27FC236}">
                  <a16:creationId xmlns:a16="http://schemas.microsoft.com/office/drawing/2014/main" id="{09FEF567-1294-A46D-F69F-36820097CDA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5" name="Ovale 44">
                <a:extLst>
                  <a:ext uri="{FF2B5EF4-FFF2-40B4-BE49-F238E27FC236}">
                    <a16:creationId xmlns:a16="http://schemas.microsoft.com/office/drawing/2014/main" id="{E2DE2888-C099-FB46-62A4-010051C0B8B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061C3AB8-13EB-8B15-AD12-BA41901F614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F5B829F9-370D-CB69-F2A9-749B0AD4A8BA}"/>
              </a:ext>
            </a:extLst>
          </p:cNvPr>
          <p:cNvGrpSpPr/>
          <p:nvPr/>
        </p:nvGrpSpPr>
        <p:grpSpPr>
          <a:xfrm>
            <a:off x="1095332" y="2671318"/>
            <a:ext cx="1460066" cy="220379"/>
            <a:chOff x="3923267" y="734293"/>
            <a:chExt cx="1460066" cy="220379"/>
          </a:xfrm>
        </p:grpSpPr>
        <p:sp>
          <p:nvSpPr>
            <p:cNvPr id="50" name="Rettangolo con due angoli in diagonale arrotondati 49">
              <a:extLst>
                <a:ext uri="{FF2B5EF4-FFF2-40B4-BE49-F238E27FC236}">
                  <a16:creationId xmlns:a16="http://schemas.microsoft.com/office/drawing/2014/main" id="{24A4158F-D5D4-FB8F-F17F-73F7DCA654F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C92E5B00-6862-A826-9B8C-915E89FF5715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RFB1 178 Cm</a:t>
              </a:r>
            </a:p>
          </p:txBody>
        </p:sp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F9DB1814-1A48-B05A-B2C0-36A48E0DF5C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56" name="Ovale 55">
                <a:extLst>
                  <a:ext uri="{FF2B5EF4-FFF2-40B4-BE49-F238E27FC236}">
                    <a16:creationId xmlns:a16="http://schemas.microsoft.com/office/drawing/2014/main" id="{C27C04A0-02EA-EC6D-3BCA-DDA3A228C6E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5D3958E3-85DB-67AF-9981-35512D7409D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13</a:t>
                </a:r>
              </a:p>
            </p:txBody>
          </p:sp>
        </p:grpSp>
        <p:grpSp>
          <p:nvGrpSpPr>
            <p:cNvPr id="53" name="Gruppo 52">
              <a:extLst>
                <a:ext uri="{FF2B5EF4-FFF2-40B4-BE49-F238E27FC236}">
                  <a16:creationId xmlns:a16="http://schemas.microsoft.com/office/drawing/2014/main" id="{964F04FC-6F20-EC7E-33F8-81460343BD3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54" name="Ovale 53">
                <a:extLst>
                  <a:ext uri="{FF2B5EF4-FFF2-40B4-BE49-F238E27FC236}">
                    <a16:creationId xmlns:a16="http://schemas.microsoft.com/office/drawing/2014/main" id="{1D60C562-4A65-453D-92E3-1EBC5296160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DD69DD86-41B5-C615-78E1-39A7654F790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</a:p>
            </p:txBody>
          </p:sp>
        </p:grpSp>
      </p:grp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A885708D-DA4A-3079-B19B-1A72BFFEC477}"/>
              </a:ext>
            </a:extLst>
          </p:cNvPr>
          <p:cNvGrpSpPr/>
          <p:nvPr/>
        </p:nvGrpSpPr>
        <p:grpSpPr>
          <a:xfrm>
            <a:off x="2223894" y="1788510"/>
            <a:ext cx="1460066" cy="220379"/>
            <a:chOff x="3923267" y="734293"/>
            <a:chExt cx="1460066" cy="220379"/>
          </a:xfrm>
        </p:grpSpPr>
        <p:sp>
          <p:nvSpPr>
            <p:cNvPr id="59" name="Rettangolo con due angoli in diagonale arrotondati 58">
              <a:extLst>
                <a:ext uri="{FF2B5EF4-FFF2-40B4-BE49-F238E27FC236}">
                  <a16:creationId xmlns:a16="http://schemas.microsoft.com/office/drawing/2014/main" id="{7109FA34-3A30-7C76-835E-FE04F8F004B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73CDA243-F110-05B0-FEE0-0552DD7740AC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RCB1 184 Cm</a:t>
              </a:r>
            </a:p>
          </p:txBody>
        </p:sp>
        <p:grpSp>
          <p:nvGrpSpPr>
            <p:cNvPr id="61" name="Gruppo 60">
              <a:extLst>
                <a:ext uri="{FF2B5EF4-FFF2-40B4-BE49-F238E27FC236}">
                  <a16:creationId xmlns:a16="http://schemas.microsoft.com/office/drawing/2014/main" id="{C9634B19-F1F4-2748-4FBB-C070F787A5E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65" name="Ovale 64">
                <a:extLst>
                  <a:ext uri="{FF2B5EF4-FFF2-40B4-BE49-F238E27FC236}">
                    <a16:creationId xmlns:a16="http://schemas.microsoft.com/office/drawing/2014/main" id="{63416F54-D595-5B96-25F7-4BA3761F7EA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6" name="CasellaDiTesto 65">
                <a:extLst>
                  <a:ext uri="{FF2B5EF4-FFF2-40B4-BE49-F238E27FC236}">
                    <a16:creationId xmlns:a16="http://schemas.microsoft.com/office/drawing/2014/main" id="{3F7A8E84-D196-BEBF-83C6-ABFEDE560B8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4</a:t>
                </a:r>
              </a:p>
            </p:txBody>
          </p:sp>
        </p:grpSp>
        <p:grpSp>
          <p:nvGrpSpPr>
            <p:cNvPr id="62" name="Gruppo 61">
              <a:extLst>
                <a:ext uri="{FF2B5EF4-FFF2-40B4-BE49-F238E27FC236}">
                  <a16:creationId xmlns:a16="http://schemas.microsoft.com/office/drawing/2014/main" id="{3984A24A-12F3-3D81-08DD-5EAF623A92A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63" name="Ovale 62">
                <a:extLst>
                  <a:ext uri="{FF2B5EF4-FFF2-40B4-BE49-F238E27FC236}">
                    <a16:creationId xmlns:a16="http://schemas.microsoft.com/office/drawing/2014/main" id="{C0819FCE-56D7-10F3-BDA7-0738F20EFDD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4" name="CasellaDiTesto 63">
                <a:extLst>
                  <a:ext uri="{FF2B5EF4-FFF2-40B4-BE49-F238E27FC236}">
                    <a16:creationId xmlns:a16="http://schemas.microsoft.com/office/drawing/2014/main" id="{626769B4-C230-1BE9-83C8-89DBC7DAD3E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A63E0D50-F947-4A47-AAFC-24568E317747}"/>
              </a:ext>
            </a:extLst>
          </p:cNvPr>
          <p:cNvGrpSpPr/>
          <p:nvPr/>
        </p:nvGrpSpPr>
        <p:grpSpPr>
          <a:xfrm>
            <a:off x="2223894" y="1982578"/>
            <a:ext cx="1460066" cy="222843"/>
            <a:chOff x="3923267" y="734293"/>
            <a:chExt cx="1460066" cy="222843"/>
          </a:xfrm>
        </p:grpSpPr>
        <p:sp>
          <p:nvSpPr>
            <p:cNvPr id="68" name="Rettangolo con due angoli in diagonale arrotondati 67">
              <a:extLst>
                <a:ext uri="{FF2B5EF4-FFF2-40B4-BE49-F238E27FC236}">
                  <a16:creationId xmlns:a16="http://schemas.microsoft.com/office/drawing/2014/main" id="{18711132-D2F2-9D4F-4C06-4D2C946D5B8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9" name="CasellaDiTesto 68">
              <a:extLst>
                <a:ext uri="{FF2B5EF4-FFF2-40B4-BE49-F238E27FC236}">
                  <a16:creationId xmlns:a16="http://schemas.microsoft.com/office/drawing/2014/main" id="{BE10CA92-8A3D-B2E8-6506-BDBC4B56832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RCB2 184 Cm</a:t>
              </a:r>
            </a:p>
          </p:txBody>
        </p:sp>
        <p:grpSp>
          <p:nvGrpSpPr>
            <p:cNvPr id="70" name="Gruppo 69">
              <a:extLst>
                <a:ext uri="{FF2B5EF4-FFF2-40B4-BE49-F238E27FC236}">
                  <a16:creationId xmlns:a16="http://schemas.microsoft.com/office/drawing/2014/main" id="{E9D7D783-73DF-208E-5C9B-3AE46A91C24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74" name="Ovale 73">
                <a:extLst>
                  <a:ext uri="{FF2B5EF4-FFF2-40B4-BE49-F238E27FC236}">
                    <a16:creationId xmlns:a16="http://schemas.microsoft.com/office/drawing/2014/main" id="{551E54EB-1959-5A78-094D-3712B000A9B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5" name="CasellaDiTesto 74">
                <a:extLst>
                  <a:ext uri="{FF2B5EF4-FFF2-40B4-BE49-F238E27FC236}">
                    <a16:creationId xmlns:a16="http://schemas.microsoft.com/office/drawing/2014/main" id="{E31FE82A-CC8E-ADB0-58FA-F105C8B793A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5</a:t>
                </a:r>
              </a:p>
            </p:txBody>
          </p:sp>
        </p:grpSp>
        <p:grpSp>
          <p:nvGrpSpPr>
            <p:cNvPr id="71" name="Gruppo 70">
              <a:extLst>
                <a:ext uri="{FF2B5EF4-FFF2-40B4-BE49-F238E27FC236}">
                  <a16:creationId xmlns:a16="http://schemas.microsoft.com/office/drawing/2014/main" id="{A9C83E9A-7566-82C5-BAB9-93AB94653F3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72" name="Ovale 71">
                <a:extLst>
                  <a:ext uri="{FF2B5EF4-FFF2-40B4-BE49-F238E27FC236}">
                    <a16:creationId xmlns:a16="http://schemas.microsoft.com/office/drawing/2014/main" id="{39880E43-8898-7D3D-06FD-2617A00A652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3" name="CasellaDiTesto 72">
                <a:extLst>
                  <a:ext uri="{FF2B5EF4-FFF2-40B4-BE49-F238E27FC236}">
                    <a16:creationId xmlns:a16="http://schemas.microsoft.com/office/drawing/2014/main" id="{ED34DEBF-4397-A9F4-4EEA-011A29DED50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BB489649-D516-EDD8-3CE6-6A1E98D9E1CE}"/>
              </a:ext>
            </a:extLst>
          </p:cNvPr>
          <p:cNvGrpSpPr/>
          <p:nvPr/>
        </p:nvGrpSpPr>
        <p:grpSpPr>
          <a:xfrm>
            <a:off x="3847679" y="1793510"/>
            <a:ext cx="1460066" cy="220379"/>
            <a:chOff x="3923267" y="734293"/>
            <a:chExt cx="1460066" cy="220379"/>
          </a:xfrm>
        </p:grpSpPr>
        <p:sp>
          <p:nvSpPr>
            <p:cNvPr id="77" name="Rettangolo con due angoli in diagonale arrotondati 76">
              <a:extLst>
                <a:ext uri="{FF2B5EF4-FFF2-40B4-BE49-F238E27FC236}">
                  <a16:creationId xmlns:a16="http://schemas.microsoft.com/office/drawing/2014/main" id="{4102F9CE-4B01-7120-2808-164528550B5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78" name="CasellaDiTesto 77">
              <a:extLst>
                <a:ext uri="{FF2B5EF4-FFF2-40B4-BE49-F238E27FC236}">
                  <a16:creationId xmlns:a16="http://schemas.microsoft.com/office/drawing/2014/main" id="{AB76FABC-E738-7440-9C9A-F0782225218F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CB1 185 Cm</a:t>
              </a:r>
            </a:p>
          </p:txBody>
        </p:sp>
        <p:grpSp>
          <p:nvGrpSpPr>
            <p:cNvPr id="79" name="Gruppo 78">
              <a:extLst>
                <a:ext uri="{FF2B5EF4-FFF2-40B4-BE49-F238E27FC236}">
                  <a16:creationId xmlns:a16="http://schemas.microsoft.com/office/drawing/2014/main" id="{0E84DEF2-28B5-FD02-F065-4C323649F19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83" name="Ovale 82">
                <a:extLst>
                  <a:ext uri="{FF2B5EF4-FFF2-40B4-BE49-F238E27FC236}">
                    <a16:creationId xmlns:a16="http://schemas.microsoft.com/office/drawing/2014/main" id="{5BD59020-1D8F-369F-5CAD-B9B4C712682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4" name="CasellaDiTesto 83">
                <a:extLst>
                  <a:ext uri="{FF2B5EF4-FFF2-40B4-BE49-F238E27FC236}">
                    <a16:creationId xmlns:a16="http://schemas.microsoft.com/office/drawing/2014/main" id="{B5FB8C4D-BA2B-5376-AC84-FF88A38DFDD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7</a:t>
                </a:r>
              </a:p>
            </p:txBody>
          </p:sp>
        </p:grpSp>
        <p:grpSp>
          <p:nvGrpSpPr>
            <p:cNvPr id="80" name="Gruppo 79">
              <a:extLst>
                <a:ext uri="{FF2B5EF4-FFF2-40B4-BE49-F238E27FC236}">
                  <a16:creationId xmlns:a16="http://schemas.microsoft.com/office/drawing/2014/main" id="{FA7DBF8C-A06C-EE04-031C-D466C54BE9D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81" name="Ovale 80">
                <a:extLst>
                  <a:ext uri="{FF2B5EF4-FFF2-40B4-BE49-F238E27FC236}">
                    <a16:creationId xmlns:a16="http://schemas.microsoft.com/office/drawing/2014/main" id="{282B85A2-1221-644E-A296-F322CDDACC6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2A8C0B45-FBED-D2AF-53B7-47414EE925D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5B967E41-8877-5E48-DB1F-3B6604F33BB9}"/>
              </a:ext>
            </a:extLst>
          </p:cNvPr>
          <p:cNvGrpSpPr/>
          <p:nvPr/>
        </p:nvGrpSpPr>
        <p:grpSpPr>
          <a:xfrm>
            <a:off x="3847679" y="1986702"/>
            <a:ext cx="1460066" cy="222843"/>
            <a:chOff x="3923267" y="734293"/>
            <a:chExt cx="1460066" cy="222843"/>
          </a:xfrm>
        </p:grpSpPr>
        <p:sp>
          <p:nvSpPr>
            <p:cNvPr id="86" name="Rettangolo con due angoli in diagonale arrotondati 85">
              <a:extLst>
                <a:ext uri="{FF2B5EF4-FFF2-40B4-BE49-F238E27FC236}">
                  <a16:creationId xmlns:a16="http://schemas.microsoft.com/office/drawing/2014/main" id="{742B4208-89BF-0423-57DA-C19B1AE4BF4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87" name="CasellaDiTesto 86">
              <a:extLst>
                <a:ext uri="{FF2B5EF4-FFF2-40B4-BE49-F238E27FC236}">
                  <a16:creationId xmlns:a16="http://schemas.microsoft.com/office/drawing/2014/main" id="{8EA670E1-F3C4-52DA-ED3C-38376878ECC1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CB2 194 Cm</a:t>
              </a:r>
            </a:p>
          </p:txBody>
        </p:sp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4B11DE9E-EA44-89CA-B765-91014F17E96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92" name="Ovale 91">
                <a:extLst>
                  <a:ext uri="{FF2B5EF4-FFF2-40B4-BE49-F238E27FC236}">
                    <a16:creationId xmlns:a16="http://schemas.microsoft.com/office/drawing/2014/main" id="{9522A427-4FEE-D449-5C69-C99DB0ECFA1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3" name="CasellaDiTesto 92">
                <a:extLst>
                  <a:ext uri="{FF2B5EF4-FFF2-40B4-BE49-F238E27FC236}">
                    <a16:creationId xmlns:a16="http://schemas.microsoft.com/office/drawing/2014/main" id="{083B9784-5C26-4D08-42F9-347F155BF7D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8</a:t>
                </a:r>
              </a:p>
            </p:txBody>
          </p:sp>
        </p:grpSp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3711B24E-C445-247F-38A8-C30BD56C5F6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90" name="Ovale 89">
                <a:extLst>
                  <a:ext uri="{FF2B5EF4-FFF2-40B4-BE49-F238E27FC236}">
                    <a16:creationId xmlns:a16="http://schemas.microsoft.com/office/drawing/2014/main" id="{A3C80BB9-D8AD-F64F-EFDD-D6F34CE73DC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1" name="CasellaDiTesto 90">
                <a:extLst>
                  <a:ext uri="{FF2B5EF4-FFF2-40B4-BE49-F238E27FC236}">
                    <a16:creationId xmlns:a16="http://schemas.microsoft.com/office/drawing/2014/main" id="{133F0EA0-31DA-2E3B-46AC-0DBDC793CF4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94" name="Gruppo 93">
            <a:extLst>
              <a:ext uri="{FF2B5EF4-FFF2-40B4-BE49-F238E27FC236}">
                <a16:creationId xmlns:a16="http://schemas.microsoft.com/office/drawing/2014/main" id="{2B532876-F93B-83C2-0417-87CB91B4A852}"/>
              </a:ext>
            </a:extLst>
          </p:cNvPr>
          <p:cNvGrpSpPr/>
          <p:nvPr/>
        </p:nvGrpSpPr>
        <p:grpSpPr>
          <a:xfrm>
            <a:off x="2961674" y="4448114"/>
            <a:ext cx="1460066" cy="220379"/>
            <a:chOff x="3923267" y="734293"/>
            <a:chExt cx="1460066" cy="220379"/>
          </a:xfrm>
        </p:grpSpPr>
        <p:sp>
          <p:nvSpPr>
            <p:cNvPr id="95" name="Rettangolo con due angoli in diagonale arrotondati 94">
              <a:extLst>
                <a:ext uri="{FF2B5EF4-FFF2-40B4-BE49-F238E27FC236}">
                  <a16:creationId xmlns:a16="http://schemas.microsoft.com/office/drawing/2014/main" id="{3A81CD5A-9813-3F39-1F8D-19014E2E5E6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96" name="CasellaDiTesto 95">
              <a:extLst>
                <a:ext uri="{FF2B5EF4-FFF2-40B4-BE49-F238E27FC236}">
                  <a16:creationId xmlns:a16="http://schemas.microsoft.com/office/drawing/2014/main" id="{66849BCB-FCEE-6FB8-FA0C-FA4F6B2801B1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ST1 186 Cm</a:t>
              </a:r>
            </a:p>
          </p:txBody>
        </p:sp>
        <p:grpSp>
          <p:nvGrpSpPr>
            <p:cNvPr id="97" name="Gruppo 96">
              <a:extLst>
                <a:ext uri="{FF2B5EF4-FFF2-40B4-BE49-F238E27FC236}">
                  <a16:creationId xmlns:a16="http://schemas.microsoft.com/office/drawing/2014/main" id="{944AC16A-A974-078E-9A47-A73D7B39690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01" name="Ovale 100">
                <a:extLst>
                  <a:ext uri="{FF2B5EF4-FFF2-40B4-BE49-F238E27FC236}">
                    <a16:creationId xmlns:a16="http://schemas.microsoft.com/office/drawing/2014/main" id="{FFC0549C-CEE3-616A-BCA8-73F00E73566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02" name="CasellaDiTesto 101">
                <a:extLst>
                  <a:ext uri="{FF2B5EF4-FFF2-40B4-BE49-F238E27FC236}">
                    <a16:creationId xmlns:a16="http://schemas.microsoft.com/office/drawing/2014/main" id="{DA7CE7F2-5204-47EC-3646-25BE51077A3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31</a:t>
                </a:r>
              </a:p>
            </p:txBody>
          </p:sp>
        </p:grpSp>
        <p:grpSp>
          <p:nvGrpSpPr>
            <p:cNvPr id="98" name="Gruppo 97">
              <a:extLst>
                <a:ext uri="{FF2B5EF4-FFF2-40B4-BE49-F238E27FC236}">
                  <a16:creationId xmlns:a16="http://schemas.microsoft.com/office/drawing/2014/main" id="{99D0947B-5308-A851-35F5-08179D81407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99" name="Ovale 98">
                <a:extLst>
                  <a:ext uri="{FF2B5EF4-FFF2-40B4-BE49-F238E27FC236}">
                    <a16:creationId xmlns:a16="http://schemas.microsoft.com/office/drawing/2014/main" id="{4F9708EA-D2E1-143E-F77A-8D54B9613FB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00" name="CasellaDiTesto 99">
                <a:extLst>
                  <a:ext uri="{FF2B5EF4-FFF2-40B4-BE49-F238E27FC236}">
                    <a16:creationId xmlns:a16="http://schemas.microsoft.com/office/drawing/2014/main" id="{A3D1F5A4-9763-CA85-0DEE-277404E16F3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03" name="Gruppo 102">
            <a:extLst>
              <a:ext uri="{FF2B5EF4-FFF2-40B4-BE49-F238E27FC236}">
                <a16:creationId xmlns:a16="http://schemas.microsoft.com/office/drawing/2014/main" id="{807B1E55-4804-CCBD-3B56-16585C447DB6}"/>
              </a:ext>
            </a:extLst>
          </p:cNvPr>
          <p:cNvGrpSpPr/>
          <p:nvPr/>
        </p:nvGrpSpPr>
        <p:grpSpPr>
          <a:xfrm>
            <a:off x="2961674" y="4644256"/>
            <a:ext cx="1460066" cy="222843"/>
            <a:chOff x="3923267" y="734293"/>
            <a:chExt cx="1460066" cy="222843"/>
          </a:xfrm>
        </p:grpSpPr>
        <p:sp>
          <p:nvSpPr>
            <p:cNvPr id="104" name="Rettangolo con due angoli in diagonale arrotondati 103">
              <a:extLst>
                <a:ext uri="{FF2B5EF4-FFF2-40B4-BE49-F238E27FC236}">
                  <a16:creationId xmlns:a16="http://schemas.microsoft.com/office/drawing/2014/main" id="{D43B5E01-1EF2-FDDE-5696-A8298B043AF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05" name="CasellaDiTesto 104">
              <a:extLst>
                <a:ext uri="{FF2B5EF4-FFF2-40B4-BE49-F238E27FC236}">
                  <a16:creationId xmlns:a16="http://schemas.microsoft.com/office/drawing/2014/main" id="{4BC1E315-4DEB-DED3-952D-DABC72D1822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ST2 179 Cm</a:t>
              </a:r>
            </a:p>
          </p:txBody>
        </p:sp>
        <p:grpSp>
          <p:nvGrpSpPr>
            <p:cNvPr id="106" name="Gruppo 105">
              <a:extLst>
                <a:ext uri="{FF2B5EF4-FFF2-40B4-BE49-F238E27FC236}">
                  <a16:creationId xmlns:a16="http://schemas.microsoft.com/office/drawing/2014/main" id="{FCDF4BC4-C98F-16C3-CB54-38E5012F873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10" name="Ovale 109">
                <a:extLst>
                  <a:ext uri="{FF2B5EF4-FFF2-40B4-BE49-F238E27FC236}">
                    <a16:creationId xmlns:a16="http://schemas.microsoft.com/office/drawing/2014/main" id="{66E233CE-A4B4-E819-194B-B926465F3671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11" name="CasellaDiTesto 110">
                <a:extLst>
                  <a:ext uri="{FF2B5EF4-FFF2-40B4-BE49-F238E27FC236}">
                    <a16:creationId xmlns:a16="http://schemas.microsoft.com/office/drawing/2014/main" id="{91DF416F-66C9-1C43-15CE-3A2C6239E51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32</a:t>
                </a:r>
              </a:p>
            </p:txBody>
          </p:sp>
        </p:grpSp>
        <p:grpSp>
          <p:nvGrpSpPr>
            <p:cNvPr id="107" name="Gruppo 106">
              <a:extLst>
                <a:ext uri="{FF2B5EF4-FFF2-40B4-BE49-F238E27FC236}">
                  <a16:creationId xmlns:a16="http://schemas.microsoft.com/office/drawing/2014/main" id="{54CAC105-2A4A-0BCC-42F0-15A1F004BA5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08" name="Ovale 107">
                <a:extLst>
                  <a:ext uri="{FF2B5EF4-FFF2-40B4-BE49-F238E27FC236}">
                    <a16:creationId xmlns:a16="http://schemas.microsoft.com/office/drawing/2014/main" id="{A44328E5-57ED-2D1B-F243-F0337A830A3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09" name="CasellaDiTesto 108">
                <a:extLst>
                  <a:ext uri="{FF2B5EF4-FFF2-40B4-BE49-F238E27FC236}">
                    <a16:creationId xmlns:a16="http://schemas.microsoft.com/office/drawing/2014/main" id="{E63025B3-B1C5-DBE3-60F7-B972DD50EE0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4B25BC81-5E8A-0975-5CD9-105146C86E0A}"/>
              </a:ext>
            </a:extLst>
          </p:cNvPr>
          <p:cNvGrpSpPr/>
          <p:nvPr/>
        </p:nvGrpSpPr>
        <p:grpSpPr>
          <a:xfrm>
            <a:off x="5290764" y="3321187"/>
            <a:ext cx="1460066" cy="220379"/>
            <a:chOff x="3923267" y="734293"/>
            <a:chExt cx="1460066" cy="220379"/>
          </a:xfrm>
        </p:grpSpPr>
        <p:sp>
          <p:nvSpPr>
            <p:cNvPr id="113" name="Rettangolo con due angoli in diagonale arrotondati 112">
              <a:extLst>
                <a:ext uri="{FF2B5EF4-FFF2-40B4-BE49-F238E27FC236}">
                  <a16:creationId xmlns:a16="http://schemas.microsoft.com/office/drawing/2014/main" id="{5D2EE7EF-7DFC-1F77-50A3-1CA276DA794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14" name="CasellaDiTesto 113">
              <a:extLst>
                <a:ext uri="{FF2B5EF4-FFF2-40B4-BE49-F238E27FC236}">
                  <a16:creationId xmlns:a16="http://schemas.microsoft.com/office/drawing/2014/main" id="{5EC24518-A601-AA51-3461-1B2B311D2E85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LCM1 172 Cm</a:t>
              </a:r>
            </a:p>
          </p:txBody>
        </p:sp>
        <p:grpSp>
          <p:nvGrpSpPr>
            <p:cNvPr id="115" name="Gruppo 114">
              <a:extLst>
                <a:ext uri="{FF2B5EF4-FFF2-40B4-BE49-F238E27FC236}">
                  <a16:creationId xmlns:a16="http://schemas.microsoft.com/office/drawing/2014/main" id="{8829CC6D-6722-657C-ECAD-0AF92304EE8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19" name="Ovale 118">
                <a:extLst>
                  <a:ext uri="{FF2B5EF4-FFF2-40B4-BE49-F238E27FC236}">
                    <a16:creationId xmlns:a16="http://schemas.microsoft.com/office/drawing/2014/main" id="{F170DDFD-BDB9-AC20-BF8E-8E002370731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0" name="CasellaDiTesto 119">
                <a:extLst>
                  <a:ext uri="{FF2B5EF4-FFF2-40B4-BE49-F238E27FC236}">
                    <a16:creationId xmlns:a16="http://schemas.microsoft.com/office/drawing/2014/main" id="{88616297-EBCE-403F-13FC-0A433465CFF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27</a:t>
                </a:r>
              </a:p>
            </p:txBody>
          </p:sp>
        </p:grpSp>
        <p:grpSp>
          <p:nvGrpSpPr>
            <p:cNvPr id="116" name="Gruppo 115">
              <a:extLst>
                <a:ext uri="{FF2B5EF4-FFF2-40B4-BE49-F238E27FC236}">
                  <a16:creationId xmlns:a16="http://schemas.microsoft.com/office/drawing/2014/main" id="{BB6366B2-F449-C6D2-FF94-C6D039587EC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17" name="Ovale 116">
                <a:extLst>
                  <a:ext uri="{FF2B5EF4-FFF2-40B4-BE49-F238E27FC236}">
                    <a16:creationId xmlns:a16="http://schemas.microsoft.com/office/drawing/2014/main" id="{7AC21B80-4845-9C35-6905-11830303C1A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18" name="CasellaDiTesto 117">
                <a:extLst>
                  <a:ext uri="{FF2B5EF4-FFF2-40B4-BE49-F238E27FC236}">
                    <a16:creationId xmlns:a16="http://schemas.microsoft.com/office/drawing/2014/main" id="{D764174E-0491-EC71-42AB-90F4A21BA86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21" name="Gruppo 120">
            <a:extLst>
              <a:ext uri="{FF2B5EF4-FFF2-40B4-BE49-F238E27FC236}">
                <a16:creationId xmlns:a16="http://schemas.microsoft.com/office/drawing/2014/main" id="{3E4EF160-74B6-C319-CC47-8A8042CEA795}"/>
              </a:ext>
            </a:extLst>
          </p:cNvPr>
          <p:cNvGrpSpPr/>
          <p:nvPr/>
        </p:nvGrpSpPr>
        <p:grpSpPr>
          <a:xfrm>
            <a:off x="2309044" y="3320738"/>
            <a:ext cx="1460066" cy="220379"/>
            <a:chOff x="3923267" y="734293"/>
            <a:chExt cx="1460066" cy="220379"/>
          </a:xfrm>
        </p:grpSpPr>
        <p:sp>
          <p:nvSpPr>
            <p:cNvPr id="122" name="Rettangolo con due angoli in diagonale arrotondati 121">
              <a:extLst>
                <a:ext uri="{FF2B5EF4-FFF2-40B4-BE49-F238E27FC236}">
                  <a16:creationId xmlns:a16="http://schemas.microsoft.com/office/drawing/2014/main" id="{4525C182-1508-9F9E-BB1A-144DA529C82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23" name="CasellaDiTesto 122">
              <a:extLst>
                <a:ext uri="{FF2B5EF4-FFF2-40B4-BE49-F238E27FC236}">
                  <a16:creationId xmlns:a16="http://schemas.microsoft.com/office/drawing/2014/main" id="{441C9406-A60A-1B43-E70A-08C99394C420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RCM1 186 Cm</a:t>
              </a:r>
            </a:p>
          </p:txBody>
        </p:sp>
        <p:grpSp>
          <p:nvGrpSpPr>
            <p:cNvPr id="124" name="Gruppo 123">
              <a:extLst>
                <a:ext uri="{FF2B5EF4-FFF2-40B4-BE49-F238E27FC236}">
                  <a16:creationId xmlns:a16="http://schemas.microsoft.com/office/drawing/2014/main" id="{02BE03F1-6099-6C78-B129-947B37B6951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28" name="Ovale 127">
                <a:extLst>
                  <a:ext uri="{FF2B5EF4-FFF2-40B4-BE49-F238E27FC236}">
                    <a16:creationId xmlns:a16="http://schemas.microsoft.com/office/drawing/2014/main" id="{BA82C348-DF15-EA56-167F-7134830672C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9" name="CasellaDiTesto 128">
                <a:extLst>
                  <a:ext uri="{FF2B5EF4-FFF2-40B4-BE49-F238E27FC236}">
                    <a16:creationId xmlns:a16="http://schemas.microsoft.com/office/drawing/2014/main" id="{943D5B7F-6332-AEAF-4043-428C44D0C9C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23</a:t>
                </a:r>
              </a:p>
            </p:txBody>
          </p:sp>
        </p:grpSp>
        <p:grpSp>
          <p:nvGrpSpPr>
            <p:cNvPr id="125" name="Gruppo 124">
              <a:extLst>
                <a:ext uri="{FF2B5EF4-FFF2-40B4-BE49-F238E27FC236}">
                  <a16:creationId xmlns:a16="http://schemas.microsoft.com/office/drawing/2014/main" id="{D830DDAF-4C2A-4A4C-3D72-FC3E8B2157A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26" name="Ovale 125">
                <a:extLst>
                  <a:ext uri="{FF2B5EF4-FFF2-40B4-BE49-F238E27FC236}">
                    <a16:creationId xmlns:a16="http://schemas.microsoft.com/office/drawing/2014/main" id="{A93FF683-4B62-366A-15D9-6CCB02D88E2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7" name="CasellaDiTesto 126">
                <a:extLst>
                  <a:ext uri="{FF2B5EF4-FFF2-40B4-BE49-F238E27FC236}">
                    <a16:creationId xmlns:a16="http://schemas.microsoft.com/office/drawing/2014/main" id="{CFD0408F-97C1-0607-6A5A-97DA098A632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0" name="Gruppo 129">
            <a:extLst>
              <a:ext uri="{FF2B5EF4-FFF2-40B4-BE49-F238E27FC236}">
                <a16:creationId xmlns:a16="http://schemas.microsoft.com/office/drawing/2014/main" id="{AA5F25D7-1ED2-2D34-3E36-6A3C3B5C461C}"/>
              </a:ext>
            </a:extLst>
          </p:cNvPr>
          <p:cNvGrpSpPr/>
          <p:nvPr/>
        </p:nvGrpSpPr>
        <p:grpSpPr>
          <a:xfrm>
            <a:off x="6544786" y="2647798"/>
            <a:ext cx="1460066" cy="220379"/>
            <a:chOff x="3923267" y="734293"/>
            <a:chExt cx="1460066" cy="220379"/>
          </a:xfrm>
        </p:grpSpPr>
        <p:sp>
          <p:nvSpPr>
            <p:cNvPr id="131" name="Rettangolo con due angoli in diagonale arrotondati 130">
              <a:extLst>
                <a:ext uri="{FF2B5EF4-FFF2-40B4-BE49-F238E27FC236}">
                  <a16:creationId xmlns:a16="http://schemas.microsoft.com/office/drawing/2014/main" id="{61525D4F-455C-6454-5770-D4C7B7237E4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32" name="CasellaDiTesto 131">
              <a:extLst>
                <a:ext uri="{FF2B5EF4-FFF2-40B4-BE49-F238E27FC236}">
                  <a16:creationId xmlns:a16="http://schemas.microsoft.com/office/drawing/2014/main" id="{30206B31-7AD5-E965-3905-9A957A2DF760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LFB1 183 Cm</a:t>
              </a:r>
            </a:p>
          </p:txBody>
        </p:sp>
        <p:grpSp>
          <p:nvGrpSpPr>
            <p:cNvPr id="133" name="Gruppo 132">
              <a:extLst>
                <a:ext uri="{FF2B5EF4-FFF2-40B4-BE49-F238E27FC236}">
                  <a16:creationId xmlns:a16="http://schemas.microsoft.com/office/drawing/2014/main" id="{52B5BDE1-25B8-7FBB-DEE8-4C1CE41FAAB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37" name="Ovale 136">
                <a:extLst>
                  <a:ext uri="{FF2B5EF4-FFF2-40B4-BE49-F238E27FC236}">
                    <a16:creationId xmlns:a16="http://schemas.microsoft.com/office/drawing/2014/main" id="{B6E4C768-4EA7-F281-598E-473E4F8A497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8" name="CasellaDiTesto 137">
                <a:extLst>
                  <a:ext uri="{FF2B5EF4-FFF2-40B4-BE49-F238E27FC236}">
                    <a16:creationId xmlns:a16="http://schemas.microsoft.com/office/drawing/2014/main" id="{18818971-42DE-DA62-04CF-DBCED91EB67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16</a:t>
                </a:r>
              </a:p>
            </p:txBody>
          </p:sp>
        </p:grpSp>
        <p:grpSp>
          <p:nvGrpSpPr>
            <p:cNvPr id="134" name="Gruppo 133">
              <a:extLst>
                <a:ext uri="{FF2B5EF4-FFF2-40B4-BE49-F238E27FC236}">
                  <a16:creationId xmlns:a16="http://schemas.microsoft.com/office/drawing/2014/main" id="{06975564-44AC-60F2-71FB-0DFD1E1F536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35" name="Ovale 134">
                <a:extLst>
                  <a:ext uri="{FF2B5EF4-FFF2-40B4-BE49-F238E27FC236}">
                    <a16:creationId xmlns:a16="http://schemas.microsoft.com/office/drawing/2014/main" id="{4EAC6214-A7A8-B472-7CB5-81674400CC1C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6" name="CasellaDiTesto 135">
                <a:extLst>
                  <a:ext uri="{FF2B5EF4-FFF2-40B4-BE49-F238E27FC236}">
                    <a16:creationId xmlns:a16="http://schemas.microsoft.com/office/drawing/2014/main" id="{F8E3F9A6-19BF-B7D4-45C3-B27BD52741F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9" name="Gruppo 138">
            <a:extLst>
              <a:ext uri="{FF2B5EF4-FFF2-40B4-BE49-F238E27FC236}">
                <a16:creationId xmlns:a16="http://schemas.microsoft.com/office/drawing/2014/main" id="{D9230DF6-AB42-97E5-B133-2931FCBA86A6}"/>
              </a:ext>
            </a:extLst>
          </p:cNvPr>
          <p:cNvGrpSpPr/>
          <p:nvPr/>
        </p:nvGrpSpPr>
        <p:grpSpPr>
          <a:xfrm>
            <a:off x="1095332" y="2872510"/>
            <a:ext cx="1460066" cy="222843"/>
            <a:chOff x="3923267" y="734293"/>
            <a:chExt cx="1460066" cy="222843"/>
          </a:xfrm>
        </p:grpSpPr>
        <p:sp>
          <p:nvSpPr>
            <p:cNvPr id="140" name="Rettangolo con due angoli in diagonale arrotondati 139">
              <a:extLst>
                <a:ext uri="{FF2B5EF4-FFF2-40B4-BE49-F238E27FC236}">
                  <a16:creationId xmlns:a16="http://schemas.microsoft.com/office/drawing/2014/main" id="{B4415256-7296-C746-9F7C-ED360589A07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41" name="CasellaDiTesto 140">
              <a:extLst>
                <a:ext uri="{FF2B5EF4-FFF2-40B4-BE49-F238E27FC236}">
                  <a16:creationId xmlns:a16="http://schemas.microsoft.com/office/drawing/2014/main" id="{9D1DF0D9-1DE1-B86F-01E2-25BC3B5CD991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RFB2 183 Cm</a:t>
              </a:r>
            </a:p>
          </p:txBody>
        </p:sp>
        <p:grpSp>
          <p:nvGrpSpPr>
            <p:cNvPr id="142" name="Gruppo 141">
              <a:extLst>
                <a:ext uri="{FF2B5EF4-FFF2-40B4-BE49-F238E27FC236}">
                  <a16:creationId xmlns:a16="http://schemas.microsoft.com/office/drawing/2014/main" id="{288FF62C-A32D-4E59-67FF-344212875ED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46" name="Ovale 145">
                <a:extLst>
                  <a:ext uri="{FF2B5EF4-FFF2-40B4-BE49-F238E27FC236}">
                    <a16:creationId xmlns:a16="http://schemas.microsoft.com/office/drawing/2014/main" id="{0FF42D5C-2311-EA25-6FDE-4742227F23E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7" name="CasellaDiTesto 146">
                <a:extLst>
                  <a:ext uri="{FF2B5EF4-FFF2-40B4-BE49-F238E27FC236}">
                    <a16:creationId xmlns:a16="http://schemas.microsoft.com/office/drawing/2014/main" id="{C1025AE9-1684-851B-F38A-FF859E64D50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14</a:t>
                </a:r>
              </a:p>
            </p:txBody>
          </p:sp>
        </p:grpSp>
        <p:grpSp>
          <p:nvGrpSpPr>
            <p:cNvPr id="143" name="Gruppo 142">
              <a:extLst>
                <a:ext uri="{FF2B5EF4-FFF2-40B4-BE49-F238E27FC236}">
                  <a16:creationId xmlns:a16="http://schemas.microsoft.com/office/drawing/2014/main" id="{700A0C2E-2165-49E3-848B-6544BC0C92E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44" name="Ovale 143">
                <a:extLst>
                  <a:ext uri="{FF2B5EF4-FFF2-40B4-BE49-F238E27FC236}">
                    <a16:creationId xmlns:a16="http://schemas.microsoft.com/office/drawing/2014/main" id="{ED84EBB0-EE10-AFAD-582C-6CAFA3649CC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5" name="CasellaDiTesto 144">
                <a:extLst>
                  <a:ext uri="{FF2B5EF4-FFF2-40B4-BE49-F238E27FC236}">
                    <a16:creationId xmlns:a16="http://schemas.microsoft.com/office/drawing/2014/main" id="{7CB55199-8799-86C3-0988-3217788CBB9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57" name="Gruppo 156">
            <a:extLst>
              <a:ext uri="{FF2B5EF4-FFF2-40B4-BE49-F238E27FC236}">
                <a16:creationId xmlns:a16="http://schemas.microsoft.com/office/drawing/2014/main" id="{389E0B7E-A4E6-5D6C-C46A-AD5D54118BE9}"/>
              </a:ext>
            </a:extLst>
          </p:cNvPr>
          <p:cNvGrpSpPr/>
          <p:nvPr/>
        </p:nvGrpSpPr>
        <p:grpSpPr>
          <a:xfrm>
            <a:off x="4724724" y="4446942"/>
            <a:ext cx="1460066" cy="220379"/>
            <a:chOff x="3923267" y="734293"/>
            <a:chExt cx="1460066" cy="220379"/>
          </a:xfrm>
        </p:grpSpPr>
        <p:sp>
          <p:nvSpPr>
            <p:cNvPr id="158" name="Rettangolo con due angoli in diagonale arrotondati 157">
              <a:extLst>
                <a:ext uri="{FF2B5EF4-FFF2-40B4-BE49-F238E27FC236}">
                  <a16:creationId xmlns:a16="http://schemas.microsoft.com/office/drawing/2014/main" id="{E9C47F3C-D38A-7A89-0DDC-E769E8B4922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59" name="CasellaDiTesto 158">
              <a:extLst>
                <a:ext uri="{FF2B5EF4-FFF2-40B4-BE49-F238E27FC236}">
                  <a16:creationId xmlns:a16="http://schemas.microsoft.com/office/drawing/2014/main" id="{479EFDF2-0F2A-9974-B97C-02CDBF0EA6E9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ST1B 185 Cm</a:t>
              </a:r>
            </a:p>
          </p:txBody>
        </p:sp>
        <p:grpSp>
          <p:nvGrpSpPr>
            <p:cNvPr id="160" name="Gruppo 159">
              <a:extLst>
                <a:ext uri="{FF2B5EF4-FFF2-40B4-BE49-F238E27FC236}">
                  <a16:creationId xmlns:a16="http://schemas.microsoft.com/office/drawing/2014/main" id="{F7D4FEEF-7EB4-C42A-A24F-9515DB95374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64" name="Ovale 163">
                <a:extLst>
                  <a:ext uri="{FF2B5EF4-FFF2-40B4-BE49-F238E27FC236}">
                    <a16:creationId xmlns:a16="http://schemas.microsoft.com/office/drawing/2014/main" id="{63D8AC5C-B1EF-84BC-5D73-D167C951FE0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65" name="CasellaDiTesto 164">
                <a:extLst>
                  <a:ext uri="{FF2B5EF4-FFF2-40B4-BE49-F238E27FC236}">
                    <a16:creationId xmlns:a16="http://schemas.microsoft.com/office/drawing/2014/main" id="{D388F352-85E9-E41F-D2F7-8E4E872A55D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161" name="Gruppo 160">
              <a:extLst>
                <a:ext uri="{FF2B5EF4-FFF2-40B4-BE49-F238E27FC236}">
                  <a16:creationId xmlns:a16="http://schemas.microsoft.com/office/drawing/2014/main" id="{A80D2BC2-E082-835A-561C-8B96C2CD6F5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62" name="Ovale 161">
                <a:extLst>
                  <a:ext uri="{FF2B5EF4-FFF2-40B4-BE49-F238E27FC236}">
                    <a16:creationId xmlns:a16="http://schemas.microsoft.com/office/drawing/2014/main" id="{26E16EDC-ED32-C952-E943-19574043449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63" name="CasellaDiTesto 162">
                <a:extLst>
                  <a:ext uri="{FF2B5EF4-FFF2-40B4-BE49-F238E27FC236}">
                    <a16:creationId xmlns:a16="http://schemas.microsoft.com/office/drawing/2014/main" id="{5D5E94E9-CEE7-31E7-0539-B81762CAB6F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75" name="Gruppo 174">
            <a:extLst>
              <a:ext uri="{FF2B5EF4-FFF2-40B4-BE49-F238E27FC236}">
                <a16:creationId xmlns:a16="http://schemas.microsoft.com/office/drawing/2014/main" id="{C40CAC81-0422-8B2C-4FD6-78A8340B3EDD}"/>
              </a:ext>
            </a:extLst>
          </p:cNvPr>
          <p:cNvGrpSpPr/>
          <p:nvPr/>
        </p:nvGrpSpPr>
        <p:grpSpPr>
          <a:xfrm>
            <a:off x="5290764" y="3520753"/>
            <a:ext cx="1460066" cy="222843"/>
            <a:chOff x="3923267" y="734293"/>
            <a:chExt cx="1460066" cy="222843"/>
          </a:xfrm>
        </p:grpSpPr>
        <p:sp>
          <p:nvSpPr>
            <p:cNvPr id="176" name="Rettangolo con due angoli in diagonale arrotondati 175">
              <a:extLst>
                <a:ext uri="{FF2B5EF4-FFF2-40B4-BE49-F238E27FC236}">
                  <a16:creationId xmlns:a16="http://schemas.microsoft.com/office/drawing/2014/main" id="{85C6DDB1-7DB6-076C-C8FA-D85DB5DDF8A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77" name="CasellaDiTesto 176">
              <a:extLst>
                <a:ext uri="{FF2B5EF4-FFF2-40B4-BE49-F238E27FC236}">
                  <a16:creationId xmlns:a16="http://schemas.microsoft.com/office/drawing/2014/main" id="{E77B4928-D54C-2E83-9AC0-B149196ECE2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LCM2 177 Cm</a:t>
              </a:r>
            </a:p>
          </p:txBody>
        </p:sp>
        <p:grpSp>
          <p:nvGrpSpPr>
            <p:cNvPr id="178" name="Gruppo 177">
              <a:extLst>
                <a:ext uri="{FF2B5EF4-FFF2-40B4-BE49-F238E27FC236}">
                  <a16:creationId xmlns:a16="http://schemas.microsoft.com/office/drawing/2014/main" id="{34778D07-82C3-FDE3-F9F9-6469961324D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82" name="Ovale 181">
                <a:extLst>
                  <a:ext uri="{FF2B5EF4-FFF2-40B4-BE49-F238E27FC236}">
                    <a16:creationId xmlns:a16="http://schemas.microsoft.com/office/drawing/2014/main" id="{5C0D978C-23BB-C282-CCDF-8A3BAE0D054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3" name="CasellaDiTesto 182">
                <a:extLst>
                  <a:ext uri="{FF2B5EF4-FFF2-40B4-BE49-F238E27FC236}">
                    <a16:creationId xmlns:a16="http://schemas.microsoft.com/office/drawing/2014/main" id="{5B4A3FAA-BE59-5BC4-8680-422E26583CA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28</a:t>
                </a:r>
              </a:p>
            </p:txBody>
          </p:sp>
        </p:grpSp>
        <p:grpSp>
          <p:nvGrpSpPr>
            <p:cNvPr id="179" name="Gruppo 178">
              <a:extLst>
                <a:ext uri="{FF2B5EF4-FFF2-40B4-BE49-F238E27FC236}">
                  <a16:creationId xmlns:a16="http://schemas.microsoft.com/office/drawing/2014/main" id="{6134B4EF-DB82-8000-4C1B-0E5EC96929E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0" name="Ovale 179">
                <a:extLst>
                  <a:ext uri="{FF2B5EF4-FFF2-40B4-BE49-F238E27FC236}">
                    <a16:creationId xmlns:a16="http://schemas.microsoft.com/office/drawing/2014/main" id="{CF70584D-ACB7-A5F8-4348-C8664DF1CA4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1" name="CasellaDiTesto 180">
                <a:extLst>
                  <a:ext uri="{FF2B5EF4-FFF2-40B4-BE49-F238E27FC236}">
                    <a16:creationId xmlns:a16="http://schemas.microsoft.com/office/drawing/2014/main" id="{A114044D-B7CA-7B47-EF6A-89A5DEFED46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84" name="Gruppo 183">
            <a:extLst>
              <a:ext uri="{FF2B5EF4-FFF2-40B4-BE49-F238E27FC236}">
                <a16:creationId xmlns:a16="http://schemas.microsoft.com/office/drawing/2014/main" id="{89D40087-81A7-2CAC-74E9-9DD113D2B373}"/>
              </a:ext>
            </a:extLst>
          </p:cNvPr>
          <p:cNvGrpSpPr/>
          <p:nvPr/>
        </p:nvGrpSpPr>
        <p:grpSpPr>
          <a:xfrm>
            <a:off x="4724724" y="4640216"/>
            <a:ext cx="1460066" cy="222843"/>
            <a:chOff x="3923267" y="734293"/>
            <a:chExt cx="1460066" cy="222843"/>
          </a:xfrm>
        </p:grpSpPr>
        <p:sp>
          <p:nvSpPr>
            <p:cNvPr id="185" name="Rettangolo con due angoli in diagonale arrotondati 184">
              <a:extLst>
                <a:ext uri="{FF2B5EF4-FFF2-40B4-BE49-F238E27FC236}">
                  <a16:creationId xmlns:a16="http://schemas.microsoft.com/office/drawing/2014/main" id="{2F76E197-F994-6156-8926-08467B50401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86" name="CasellaDiTesto 185">
              <a:extLst>
                <a:ext uri="{FF2B5EF4-FFF2-40B4-BE49-F238E27FC236}">
                  <a16:creationId xmlns:a16="http://schemas.microsoft.com/office/drawing/2014/main" id="{1E32F5E8-79E0-B230-0E64-64708F5CD143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ST2B 184 Cm</a:t>
              </a:r>
            </a:p>
          </p:txBody>
        </p:sp>
        <p:grpSp>
          <p:nvGrpSpPr>
            <p:cNvPr id="187" name="Gruppo 186">
              <a:extLst>
                <a:ext uri="{FF2B5EF4-FFF2-40B4-BE49-F238E27FC236}">
                  <a16:creationId xmlns:a16="http://schemas.microsoft.com/office/drawing/2014/main" id="{9455510A-049D-8C29-2C4A-96B1FD70F97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91" name="Ovale 190">
                <a:extLst>
                  <a:ext uri="{FF2B5EF4-FFF2-40B4-BE49-F238E27FC236}">
                    <a16:creationId xmlns:a16="http://schemas.microsoft.com/office/drawing/2014/main" id="{B00434BB-57EA-1DB9-D3E2-13C23EDDE40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92" name="CasellaDiTesto 191">
                <a:extLst>
                  <a:ext uri="{FF2B5EF4-FFF2-40B4-BE49-F238E27FC236}">
                    <a16:creationId xmlns:a16="http://schemas.microsoft.com/office/drawing/2014/main" id="{FB3C057F-AE51-E2B0-D743-57E13B50869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188" name="Gruppo 187">
              <a:extLst>
                <a:ext uri="{FF2B5EF4-FFF2-40B4-BE49-F238E27FC236}">
                  <a16:creationId xmlns:a16="http://schemas.microsoft.com/office/drawing/2014/main" id="{8912687B-8010-2464-0EFD-7654600A234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9" name="Ovale 188">
                <a:extLst>
                  <a:ext uri="{FF2B5EF4-FFF2-40B4-BE49-F238E27FC236}">
                    <a16:creationId xmlns:a16="http://schemas.microsoft.com/office/drawing/2014/main" id="{00DCD9E2-F65D-5B04-68FC-CFE2327FAB3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90" name="CasellaDiTesto 189">
                <a:extLst>
                  <a:ext uri="{FF2B5EF4-FFF2-40B4-BE49-F238E27FC236}">
                    <a16:creationId xmlns:a16="http://schemas.microsoft.com/office/drawing/2014/main" id="{70467CD5-C7A8-A64C-B51E-C699EEB2DE0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93" name="Gruppo 192">
            <a:extLst>
              <a:ext uri="{FF2B5EF4-FFF2-40B4-BE49-F238E27FC236}">
                <a16:creationId xmlns:a16="http://schemas.microsoft.com/office/drawing/2014/main" id="{FF869628-87CA-8EA8-81CA-DBC351E59CA0}"/>
              </a:ext>
            </a:extLst>
          </p:cNvPr>
          <p:cNvGrpSpPr/>
          <p:nvPr/>
        </p:nvGrpSpPr>
        <p:grpSpPr>
          <a:xfrm>
            <a:off x="3841541" y="1055475"/>
            <a:ext cx="1460066" cy="222843"/>
            <a:chOff x="3923267" y="734293"/>
            <a:chExt cx="1460066" cy="222843"/>
          </a:xfrm>
        </p:grpSpPr>
        <p:sp>
          <p:nvSpPr>
            <p:cNvPr id="194" name="Rettangolo con due angoli in diagonale arrotondati 193">
              <a:extLst>
                <a:ext uri="{FF2B5EF4-FFF2-40B4-BE49-F238E27FC236}">
                  <a16:creationId xmlns:a16="http://schemas.microsoft.com/office/drawing/2014/main" id="{0CCA45EA-F6AD-1AB2-B1FA-10F0DE40433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95" name="CasellaDiTesto 194">
              <a:extLst>
                <a:ext uri="{FF2B5EF4-FFF2-40B4-BE49-F238E27FC236}">
                  <a16:creationId xmlns:a16="http://schemas.microsoft.com/office/drawing/2014/main" id="{3A1638EC-08EE-187A-AA43-0DBAEF4116D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GK3</a:t>
              </a:r>
            </a:p>
          </p:txBody>
        </p:sp>
        <p:grpSp>
          <p:nvGrpSpPr>
            <p:cNvPr id="196" name="Gruppo 195">
              <a:extLst>
                <a:ext uri="{FF2B5EF4-FFF2-40B4-BE49-F238E27FC236}">
                  <a16:creationId xmlns:a16="http://schemas.microsoft.com/office/drawing/2014/main" id="{2A6CFFE7-CD2C-89FA-3381-3947127E465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0" name="Ovale 199">
                <a:extLst>
                  <a:ext uri="{FF2B5EF4-FFF2-40B4-BE49-F238E27FC236}">
                    <a16:creationId xmlns:a16="http://schemas.microsoft.com/office/drawing/2014/main" id="{69C6ACDB-2232-249D-0DD7-6AA7F04C505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201" name="CasellaDiTesto 200">
                <a:extLst>
                  <a:ext uri="{FF2B5EF4-FFF2-40B4-BE49-F238E27FC236}">
                    <a16:creationId xmlns:a16="http://schemas.microsoft.com/office/drawing/2014/main" id="{9F9ACF55-54D3-F9E1-8C41-85B6D423B90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</a:t>
                </a:r>
              </a:p>
            </p:txBody>
          </p:sp>
        </p:grpSp>
        <p:grpSp>
          <p:nvGrpSpPr>
            <p:cNvPr id="197" name="Gruppo 196">
              <a:extLst>
                <a:ext uri="{FF2B5EF4-FFF2-40B4-BE49-F238E27FC236}">
                  <a16:creationId xmlns:a16="http://schemas.microsoft.com/office/drawing/2014/main" id="{95DA50E9-0DDE-E2E0-63B7-64180FB7469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98" name="Ovale 197">
                <a:extLst>
                  <a:ext uri="{FF2B5EF4-FFF2-40B4-BE49-F238E27FC236}">
                    <a16:creationId xmlns:a16="http://schemas.microsoft.com/office/drawing/2014/main" id="{137BF436-049E-375F-5650-00F0A2E7504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99" name="CasellaDiTesto 198">
                <a:extLst>
                  <a:ext uri="{FF2B5EF4-FFF2-40B4-BE49-F238E27FC236}">
                    <a16:creationId xmlns:a16="http://schemas.microsoft.com/office/drawing/2014/main" id="{79361AF7-45D7-16CB-94EE-304D215EE238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02" name="Gruppo 201">
            <a:extLst>
              <a:ext uri="{FF2B5EF4-FFF2-40B4-BE49-F238E27FC236}">
                <a16:creationId xmlns:a16="http://schemas.microsoft.com/office/drawing/2014/main" id="{4564853F-DBF0-D647-1E2B-4FE0F525E242}"/>
              </a:ext>
            </a:extLst>
          </p:cNvPr>
          <p:cNvGrpSpPr/>
          <p:nvPr/>
        </p:nvGrpSpPr>
        <p:grpSpPr>
          <a:xfrm>
            <a:off x="6544786" y="2842276"/>
            <a:ext cx="1460066" cy="222843"/>
            <a:chOff x="3923267" y="734293"/>
            <a:chExt cx="1460066" cy="222843"/>
          </a:xfrm>
        </p:grpSpPr>
        <p:sp>
          <p:nvSpPr>
            <p:cNvPr id="203" name="Rettangolo con due angoli in diagonale arrotondati 202">
              <a:extLst>
                <a:ext uri="{FF2B5EF4-FFF2-40B4-BE49-F238E27FC236}">
                  <a16:creationId xmlns:a16="http://schemas.microsoft.com/office/drawing/2014/main" id="{611A111D-61B2-7904-DA49-B4FBE193EEB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04" name="CasellaDiTesto 203">
              <a:extLst>
                <a:ext uri="{FF2B5EF4-FFF2-40B4-BE49-F238E27FC236}">
                  <a16:creationId xmlns:a16="http://schemas.microsoft.com/office/drawing/2014/main" id="{9D5E4336-5B64-FEBE-FC53-8CA252F18AB8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LFB2 176 Cm</a:t>
              </a:r>
            </a:p>
          </p:txBody>
        </p:sp>
        <p:grpSp>
          <p:nvGrpSpPr>
            <p:cNvPr id="205" name="Gruppo 204">
              <a:extLst>
                <a:ext uri="{FF2B5EF4-FFF2-40B4-BE49-F238E27FC236}">
                  <a16:creationId xmlns:a16="http://schemas.microsoft.com/office/drawing/2014/main" id="{B6444C17-654E-073D-5607-80E431919922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9" name="Ovale 208">
                <a:extLst>
                  <a:ext uri="{FF2B5EF4-FFF2-40B4-BE49-F238E27FC236}">
                    <a16:creationId xmlns:a16="http://schemas.microsoft.com/office/drawing/2014/main" id="{ED2ED526-0D79-E35E-AFC6-0B02AAD3348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0" name="CasellaDiTesto 209">
                <a:extLst>
                  <a:ext uri="{FF2B5EF4-FFF2-40B4-BE49-F238E27FC236}">
                    <a16:creationId xmlns:a16="http://schemas.microsoft.com/office/drawing/2014/main" id="{19B565E2-045D-58BC-65AC-1F4D75BE7B8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17</a:t>
                </a:r>
              </a:p>
            </p:txBody>
          </p:sp>
        </p:grpSp>
        <p:grpSp>
          <p:nvGrpSpPr>
            <p:cNvPr id="206" name="Gruppo 205">
              <a:extLst>
                <a:ext uri="{FF2B5EF4-FFF2-40B4-BE49-F238E27FC236}">
                  <a16:creationId xmlns:a16="http://schemas.microsoft.com/office/drawing/2014/main" id="{0B9EF3DF-B239-0CAA-56F4-9DC6CA43CBB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07" name="Ovale 206">
                <a:extLst>
                  <a:ext uri="{FF2B5EF4-FFF2-40B4-BE49-F238E27FC236}">
                    <a16:creationId xmlns:a16="http://schemas.microsoft.com/office/drawing/2014/main" id="{23354E20-6089-A95E-94DF-C10B864FA42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08" name="CasellaDiTesto 207">
                <a:extLst>
                  <a:ext uri="{FF2B5EF4-FFF2-40B4-BE49-F238E27FC236}">
                    <a16:creationId xmlns:a16="http://schemas.microsoft.com/office/drawing/2014/main" id="{2395938B-C63F-3C97-C73F-F5B716C6293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11" name="Picture 2">
            <a:extLst>
              <a:ext uri="{FF2B5EF4-FFF2-40B4-BE49-F238E27FC236}">
                <a16:creationId xmlns:a16="http://schemas.microsoft.com/office/drawing/2014/main" id="{6872D53E-B047-A567-6FEC-C62E968DC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1518203" y="139143"/>
            <a:ext cx="343125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uppo 211">
            <a:extLst>
              <a:ext uri="{FF2B5EF4-FFF2-40B4-BE49-F238E27FC236}">
                <a16:creationId xmlns:a16="http://schemas.microsoft.com/office/drawing/2014/main" id="{032E3C87-883E-F7C4-745A-8A3472FE004A}"/>
              </a:ext>
            </a:extLst>
          </p:cNvPr>
          <p:cNvGrpSpPr/>
          <p:nvPr/>
        </p:nvGrpSpPr>
        <p:grpSpPr>
          <a:xfrm>
            <a:off x="3841541" y="680888"/>
            <a:ext cx="1460066" cy="220379"/>
            <a:chOff x="3923267" y="734293"/>
            <a:chExt cx="1460066" cy="220379"/>
          </a:xfrm>
        </p:grpSpPr>
        <p:sp>
          <p:nvSpPr>
            <p:cNvPr id="213" name="Rettangolo con due angoli in diagonale arrotondati 212">
              <a:extLst>
                <a:ext uri="{FF2B5EF4-FFF2-40B4-BE49-F238E27FC236}">
                  <a16:creationId xmlns:a16="http://schemas.microsoft.com/office/drawing/2014/main" id="{5414809C-D076-7DFE-8555-929B11748D3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14" name="CasellaDiTesto 213">
              <a:extLst>
                <a:ext uri="{FF2B5EF4-FFF2-40B4-BE49-F238E27FC236}">
                  <a16:creationId xmlns:a16="http://schemas.microsoft.com/office/drawing/2014/main" id="{FAFF30E9-8BA4-E71D-A161-61BAF1B3BA0F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GK1</a:t>
              </a:r>
            </a:p>
          </p:txBody>
        </p:sp>
        <p:grpSp>
          <p:nvGrpSpPr>
            <p:cNvPr id="215" name="Gruppo 214">
              <a:extLst>
                <a:ext uri="{FF2B5EF4-FFF2-40B4-BE49-F238E27FC236}">
                  <a16:creationId xmlns:a16="http://schemas.microsoft.com/office/drawing/2014/main" id="{56C32D71-F8FD-2F96-34D8-BFB48E1D627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19" name="Ovale 218">
                <a:extLst>
                  <a:ext uri="{FF2B5EF4-FFF2-40B4-BE49-F238E27FC236}">
                    <a16:creationId xmlns:a16="http://schemas.microsoft.com/office/drawing/2014/main" id="{FEB34527-0AF7-85CC-34E2-D78374690A9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0" name="CasellaDiTesto 219">
                <a:extLst>
                  <a:ext uri="{FF2B5EF4-FFF2-40B4-BE49-F238E27FC236}">
                    <a16:creationId xmlns:a16="http://schemas.microsoft.com/office/drawing/2014/main" id="{E9133608-C194-BE95-959D-B2EE319F9D1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</a:t>
                </a:r>
              </a:p>
            </p:txBody>
          </p:sp>
        </p:grpSp>
        <p:grpSp>
          <p:nvGrpSpPr>
            <p:cNvPr id="216" name="Gruppo 215">
              <a:extLst>
                <a:ext uri="{FF2B5EF4-FFF2-40B4-BE49-F238E27FC236}">
                  <a16:creationId xmlns:a16="http://schemas.microsoft.com/office/drawing/2014/main" id="{1824EC72-BA35-A6AE-FBA5-990DAB4312E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17" name="Ovale 216">
                <a:extLst>
                  <a:ext uri="{FF2B5EF4-FFF2-40B4-BE49-F238E27FC236}">
                    <a16:creationId xmlns:a16="http://schemas.microsoft.com/office/drawing/2014/main" id="{F16E05D1-AB15-1136-CC2D-CCD27AE1055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8" name="CasellaDiTesto 217">
                <a:extLst>
                  <a:ext uri="{FF2B5EF4-FFF2-40B4-BE49-F238E27FC236}">
                    <a16:creationId xmlns:a16="http://schemas.microsoft.com/office/drawing/2014/main" id="{D2615816-0ED1-2B3D-BEAF-201724A5BC0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21" name="Gruppo 220">
            <a:extLst>
              <a:ext uri="{FF2B5EF4-FFF2-40B4-BE49-F238E27FC236}">
                <a16:creationId xmlns:a16="http://schemas.microsoft.com/office/drawing/2014/main" id="{2F4FBE44-40B7-0F5C-BC2A-19FAA5EBC6FD}"/>
              </a:ext>
            </a:extLst>
          </p:cNvPr>
          <p:cNvGrpSpPr/>
          <p:nvPr/>
        </p:nvGrpSpPr>
        <p:grpSpPr>
          <a:xfrm>
            <a:off x="5525515" y="1984232"/>
            <a:ext cx="1460066" cy="222843"/>
            <a:chOff x="3923267" y="734293"/>
            <a:chExt cx="1460066" cy="222843"/>
          </a:xfrm>
        </p:grpSpPr>
        <p:sp>
          <p:nvSpPr>
            <p:cNvPr id="222" name="Rettangolo con due angoli in diagonale arrotondati 221">
              <a:extLst>
                <a:ext uri="{FF2B5EF4-FFF2-40B4-BE49-F238E27FC236}">
                  <a16:creationId xmlns:a16="http://schemas.microsoft.com/office/drawing/2014/main" id="{E0B9C543-9BFD-5403-E449-222ACE91B21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23" name="CasellaDiTesto 222">
              <a:extLst>
                <a:ext uri="{FF2B5EF4-FFF2-40B4-BE49-F238E27FC236}">
                  <a16:creationId xmlns:a16="http://schemas.microsoft.com/office/drawing/2014/main" id="{441A5E05-6A86-B6EC-467E-04907DEEF056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LCB2 182 Cm</a:t>
              </a:r>
            </a:p>
          </p:txBody>
        </p:sp>
        <p:grpSp>
          <p:nvGrpSpPr>
            <p:cNvPr id="224" name="Gruppo 223">
              <a:extLst>
                <a:ext uri="{FF2B5EF4-FFF2-40B4-BE49-F238E27FC236}">
                  <a16:creationId xmlns:a16="http://schemas.microsoft.com/office/drawing/2014/main" id="{66CF5CDB-BBC6-334D-F280-78465BFF2D1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28" name="Ovale 227">
                <a:extLst>
                  <a:ext uri="{FF2B5EF4-FFF2-40B4-BE49-F238E27FC236}">
                    <a16:creationId xmlns:a16="http://schemas.microsoft.com/office/drawing/2014/main" id="{1133DB92-9983-5F76-C737-A71DFB1D02C9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9" name="CasellaDiTesto 228">
                <a:extLst>
                  <a:ext uri="{FF2B5EF4-FFF2-40B4-BE49-F238E27FC236}">
                    <a16:creationId xmlns:a16="http://schemas.microsoft.com/office/drawing/2014/main" id="{40CAE22E-9F25-5F4B-5770-71E85C5B82D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11</a:t>
                </a:r>
              </a:p>
            </p:txBody>
          </p:sp>
        </p:grpSp>
        <p:grpSp>
          <p:nvGrpSpPr>
            <p:cNvPr id="225" name="Gruppo 224">
              <a:extLst>
                <a:ext uri="{FF2B5EF4-FFF2-40B4-BE49-F238E27FC236}">
                  <a16:creationId xmlns:a16="http://schemas.microsoft.com/office/drawing/2014/main" id="{63BD7961-3390-FEED-A0E3-46034682BD4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26" name="Ovale 225">
                <a:extLst>
                  <a:ext uri="{FF2B5EF4-FFF2-40B4-BE49-F238E27FC236}">
                    <a16:creationId xmlns:a16="http://schemas.microsoft.com/office/drawing/2014/main" id="{5D0F6202-7684-2775-A8CB-ED92B5008E6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7" name="CasellaDiTesto 226">
                <a:extLst>
                  <a:ext uri="{FF2B5EF4-FFF2-40B4-BE49-F238E27FC236}">
                    <a16:creationId xmlns:a16="http://schemas.microsoft.com/office/drawing/2014/main" id="{5E79AFBE-3697-2884-30F9-5F49A31FCD0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30" name="Gruppo 229">
            <a:extLst>
              <a:ext uri="{FF2B5EF4-FFF2-40B4-BE49-F238E27FC236}">
                <a16:creationId xmlns:a16="http://schemas.microsoft.com/office/drawing/2014/main" id="{D728D08E-84F2-E32C-6818-64BD5DE1EDEF}"/>
              </a:ext>
            </a:extLst>
          </p:cNvPr>
          <p:cNvGrpSpPr/>
          <p:nvPr/>
        </p:nvGrpSpPr>
        <p:grpSpPr>
          <a:xfrm>
            <a:off x="2309044" y="3520454"/>
            <a:ext cx="1460066" cy="222843"/>
            <a:chOff x="3923267" y="734293"/>
            <a:chExt cx="1460066" cy="222843"/>
          </a:xfrm>
        </p:grpSpPr>
        <p:sp>
          <p:nvSpPr>
            <p:cNvPr id="231" name="Rettangolo con due angoli in diagonale arrotondati 230">
              <a:extLst>
                <a:ext uri="{FF2B5EF4-FFF2-40B4-BE49-F238E27FC236}">
                  <a16:creationId xmlns:a16="http://schemas.microsoft.com/office/drawing/2014/main" id="{4DCBB03C-37BB-D2AC-3B86-B6620CABC4D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32" name="CasellaDiTesto 231">
              <a:extLst>
                <a:ext uri="{FF2B5EF4-FFF2-40B4-BE49-F238E27FC236}">
                  <a16:creationId xmlns:a16="http://schemas.microsoft.com/office/drawing/2014/main" id="{3EFF93E4-CC9E-EDCC-FE6D-D1C71E8318DC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RCM2 181 Cm</a:t>
              </a:r>
            </a:p>
          </p:txBody>
        </p:sp>
        <p:grpSp>
          <p:nvGrpSpPr>
            <p:cNvPr id="233" name="Gruppo 232">
              <a:extLst>
                <a:ext uri="{FF2B5EF4-FFF2-40B4-BE49-F238E27FC236}">
                  <a16:creationId xmlns:a16="http://schemas.microsoft.com/office/drawing/2014/main" id="{24366920-EEA7-8F76-8884-EAE431B3F7D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37" name="Ovale 236">
                <a:extLst>
                  <a:ext uri="{FF2B5EF4-FFF2-40B4-BE49-F238E27FC236}">
                    <a16:creationId xmlns:a16="http://schemas.microsoft.com/office/drawing/2014/main" id="{2BB83072-5E11-AD0F-8042-00BA80DB9FB9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8" name="CasellaDiTesto 237">
                <a:extLst>
                  <a:ext uri="{FF2B5EF4-FFF2-40B4-BE49-F238E27FC236}">
                    <a16:creationId xmlns:a16="http://schemas.microsoft.com/office/drawing/2014/main" id="{4D86090C-E651-A5BB-988E-71C26B17CCD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24</a:t>
                </a:r>
              </a:p>
            </p:txBody>
          </p:sp>
        </p:grpSp>
        <p:grpSp>
          <p:nvGrpSpPr>
            <p:cNvPr id="234" name="Gruppo 233">
              <a:extLst>
                <a:ext uri="{FF2B5EF4-FFF2-40B4-BE49-F238E27FC236}">
                  <a16:creationId xmlns:a16="http://schemas.microsoft.com/office/drawing/2014/main" id="{AA54364E-E4F0-2DB5-D17F-97B24D67C05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35" name="Ovale 234">
                <a:extLst>
                  <a:ext uri="{FF2B5EF4-FFF2-40B4-BE49-F238E27FC236}">
                    <a16:creationId xmlns:a16="http://schemas.microsoft.com/office/drawing/2014/main" id="{AF51D97A-B95D-2A13-7EBA-DF16494ADC7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6" name="CasellaDiTesto 235">
                <a:extLst>
                  <a:ext uri="{FF2B5EF4-FFF2-40B4-BE49-F238E27FC236}">
                    <a16:creationId xmlns:a16="http://schemas.microsoft.com/office/drawing/2014/main" id="{D828F594-5136-DFA2-C87A-D591E3594D1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39" name="Gruppo 238">
            <a:extLst>
              <a:ext uri="{FF2B5EF4-FFF2-40B4-BE49-F238E27FC236}">
                <a16:creationId xmlns:a16="http://schemas.microsoft.com/office/drawing/2014/main" id="{13A27BDD-F9E1-2626-82AE-7EB98E2B9EBC}"/>
              </a:ext>
            </a:extLst>
          </p:cNvPr>
          <p:cNvGrpSpPr/>
          <p:nvPr/>
        </p:nvGrpSpPr>
        <p:grpSpPr>
          <a:xfrm>
            <a:off x="2961674" y="4842989"/>
            <a:ext cx="1460066" cy="222843"/>
            <a:chOff x="3923267" y="734293"/>
            <a:chExt cx="1460066" cy="222843"/>
          </a:xfrm>
        </p:grpSpPr>
        <p:sp>
          <p:nvSpPr>
            <p:cNvPr id="240" name="Rettangolo con due angoli in diagonale arrotondati 239">
              <a:extLst>
                <a:ext uri="{FF2B5EF4-FFF2-40B4-BE49-F238E27FC236}">
                  <a16:creationId xmlns:a16="http://schemas.microsoft.com/office/drawing/2014/main" id="{87D75F65-7062-486F-5AEC-4CA554595B9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41" name="CasellaDiTesto 240">
              <a:extLst>
                <a:ext uri="{FF2B5EF4-FFF2-40B4-BE49-F238E27FC236}">
                  <a16:creationId xmlns:a16="http://schemas.microsoft.com/office/drawing/2014/main" id="{DF4F2B45-554F-B9EB-F2F9-0E4CEB4F43D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ST3 176 Cm</a:t>
              </a:r>
            </a:p>
          </p:txBody>
        </p:sp>
        <p:grpSp>
          <p:nvGrpSpPr>
            <p:cNvPr id="242" name="Gruppo 241">
              <a:extLst>
                <a:ext uri="{FF2B5EF4-FFF2-40B4-BE49-F238E27FC236}">
                  <a16:creationId xmlns:a16="http://schemas.microsoft.com/office/drawing/2014/main" id="{F64E3974-F011-43CE-9F86-7684EAD54F3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46" name="Ovale 245">
                <a:extLst>
                  <a:ext uri="{FF2B5EF4-FFF2-40B4-BE49-F238E27FC236}">
                    <a16:creationId xmlns:a16="http://schemas.microsoft.com/office/drawing/2014/main" id="{7B6DB0A9-6E1D-6BCB-B3FB-A4EFE51ED66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47" name="CasellaDiTesto 246">
                <a:extLst>
                  <a:ext uri="{FF2B5EF4-FFF2-40B4-BE49-F238E27FC236}">
                    <a16:creationId xmlns:a16="http://schemas.microsoft.com/office/drawing/2014/main" id="{884E635B-F6C1-6417-4A92-A46A80114F7C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33</a:t>
                </a:r>
              </a:p>
            </p:txBody>
          </p:sp>
        </p:grpSp>
        <p:grpSp>
          <p:nvGrpSpPr>
            <p:cNvPr id="243" name="Gruppo 242">
              <a:extLst>
                <a:ext uri="{FF2B5EF4-FFF2-40B4-BE49-F238E27FC236}">
                  <a16:creationId xmlns:a16="http://schemas.microsoft.com/office/drawing/2014/main" id="{062D8C94-FAD7-5EA3-EF5C-C696D699EE3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44" name="Ovale 243">
                <a:extLst>
                  <a:ext uri="{FF2B5EF4-FFF2-40B4-BE49-F238E27FC236}">
                    <a16:creationId xmlns:a16="http://schemas.microsoft.com/office/drawing/2014/main" id="{3FB0B559-452E-2F5C-D48C-9C88DB35A6A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45" name="CasellaDiTesto 244">
                <a:extLst>
                  <a:ext uri="{FF2B5EF4-FFF2-40B4-BE49-F238E27FC236}">
                    <a16:creationId xmlns:a16="http://schemas.microsoft.com/office/drawing/2014/main" id="{DE1D7A17-70A8-1C85-55D0-31595C6C7B3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48" name="Gruppo 247">
            <a:extLst>
              <a:ext uri="{FF2B5EF4-FFF2-40B4-BE49-F238E27FC236}">
                <a16:creationId xmlns:a16="http://schemas.microsoft.com/office/drawing/2014/main" id="{2C6B4DC6-CABD-F6CB-97E4-4C45D4FA6010}"/>
              </a:ext>
            </a:extLst>
          </p:cNvPr>
          <p:cNvGrpSpPr/>
          <p:nvPr/>
        </p:nvGrpSpPr>
        <p:grpSpPr>
          <a:xfrm>
            <a:off x="5290764" y="3722783"/>
            <a:ext cx="1460066" cy="222843"/>
            <a:chOff x="3923267" y="734293"/>
            <a:chExt cx="1460066" cy="222843"/>
          </a:xfrm>
        </p:grpSpPr>
        <p:sp>
          <p:nvSpPr>
            <p:cNvPr id="249" name="Rettangolo con due angoli in diagonale arrotondati 248">
              <a:extLst>
                <a:ext uri="{FF2B5EF4-FFF2-40B4-BE49-F238E27FC236}">
                  <a16:creationId xmlns:a16="http://schemas.microsoft.com/office/drawing/2014/main" id="{5A87FF34-1ED5-3D49-99E2-B7CEFD8FA70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0" name="CasellaDiTesto 249">
              <a:extLst>
                <a:ext uri="{FF2B5EF4-FFF2-40B4-BE49-F238E27FC236}">
                  <a16:creationId xmlns:a16="http://schemas.microsoft.com/office/drawing/2014/main" id="{011C4D5A-EC15-B4A9-D2B0-8DCC2C3F4A9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LCM3 186 Cm</a:t>
              </a:r>
            </a:p>
          </p:txBody>
        </p:sp>
        <p:grpSp>
          <p:nvGrpSpPr>
            <p:cNvPr id="251" name="Gruppo 250">
              <a:extLst>
                <a:ext uri="{FF2B5EF4-FFF2-40B4-BE49-F238E27FC236}">
                  <a16:creationId xmlns:a16="http://schemas.microsoft.com/office/drawing/2014/main" id="{54F100DC-67EC-2D20-4C69-1EBB0C691B8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55" name="Ovale 254">
                <a:extLst>
                  <a:ext uri="{FF2B5EF4-FFF2-40B4-BE49-F238E27FC236}">
                    <a16:creationId xmlns:a16="http://schemas.microsoft.com/office/drawing/2014/main" id="{70CDFD80-B5EC-902A-5E89-82189F04BA2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6" name="CasellaDiTesto 255">
                <a:extLst>
                  <a:ext uri="{FF2B5EF4-FFF2-40B4-BE49-F238E27FC236}">
                    <a16:creationId xmlns:a16="http://schemas.microsoft.com/office/drawing/2014/main" id="{E4B54094-0009-27D2-E2D0-2833F6733B7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29</a:t>
                </a:r>
              </a:p>
            </p:txBody>
          </p:sp>
        </p:grpSp>
        <p:grpSp>
          <p:nvGrpSpPr>
            <p:cNvPr id="252" name="Gruppo 251">
              <a:extLst>
                <a:ext uri="{FF2B5EF4-FFF2-40B4-BE49-F238E27FC236}">
                  <a16:creationId xmlns:a16="http://schemas.microsoft.com/office/drawing/2014/main" id="{AF988FB1-F7D4-DB19-BF39-B35C77A5D64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53" name="Ovale 252">
                <a:extLst>
                  <a:ext uri="{FF2B5EF4-FFF2-40B4-BE49-F238E27FC236}">
                    <a16:creationId xmlns:a16="http://schemas.microsoft.com/office/drawing/2014/main" id="{7290056A-3981-A614-E120-B03252F812DC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4" name="CasellaDiTesto 253">
                <a:extLst>
                  <a:ext uri="{FF2B5EF4-FFF2-40B4-BE49-F238E27FC236}">
                    <a16:creationId xmlns:a16="http://schemas.microsoft.com/office/drawing/2014/main" id="{EEFB1AB6-9DAB-2FA7-281B-DBEA6F52119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57" name="Gruppo 256">
            <a:extLst>
              <a:ext uri="{FF2B5EF4-FFF2-40B4-BE49-F238E27FC236}">
                <a16:creationId xmlns:a16="http://schemas.microsoft.com/office/drawing/2014/main" id="{29B3EC81-942C-910A-CCC8-F18D26481F51}"/>
              </a:ext>
            </a:extLst>
          </p:cNvPr>
          <p:cNvGrpSpPr/>
          <p:nvPr/>
        </p:nvGrpSpPr>
        <p:grpSpPr>
          <a:xfrm>
            <a:off x="2309044" y="3722634"/>
            <a:ext cx="1460066" cy="222843"/>
            <a:chOff x="3923267" y="734293"/>
            <a:chExt cx="1460066" cy="222843"/>
          </a:xfrm>
        </p:grpSpPr>
        <p:sp>
          <p:nvSpPr>
            <p:cNvPr id="258" name="Rettangolo con due angoli in diagonale arrotondati 257">
              <a:extLst>
                <a:ext uri="{FF2B5EF4-FFF2-40B4-BE49-F238E27FC236}">
                  <a16:creationId xmlns:a16="http://schemas.microsoft.com/office/drawing/2014/main" id="{4946391A-D368-DBE3-453A-6811D005B8E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9" name="CasellaDiTesto 258">
              <a:extLst>
                <a:ext uri="{FF2B5EF4-FFF2-40B4-BE49-F238E27FC236}">
                  <a16:creationId xmlns:a16="http://schemas.microsoft.com/office/drawing/2014/main" id="{6CF9E095-9248-9F5E-5036-7A55C50763C8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RCM3 185 Cm</a:t>
              </a:r>
            </a:p>
          </p:txBody>
        </p:sp>
        <p:grpSp>
          <p:nvGrpSpPr>
            <p:cNvPr id="260" name="Gruppo 259">
              <a:extLst>
                <a:ext uri="{FF2B5EF4-FFF2-40B4-BE49-F238E27FC236}">
                  <a16:creationId xmlns:a16="http://schemas.microsoft.com/office/drawing/2014/main" id="{53036195-F860-A709-DF85-8350454955E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64" name="Ovale 263">
                <a:extLst>
                  <a:ext uri="{FF2B5EF4-FFF2-40B4-BE49-F238E27FC236}">
                    <a16:creationId xmlns:a16="http://schemas.microsoft.com/office/drawing/2014/main" id="{1A94FA5F-46A6-4980-41AB-0FE69430401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5" name="CasellaDiTesto 264">
                <a:extLst>
                  <a:ext uri="{FF2B5EF4-FFF2-40B4-BE49-F238E27FC236}">
                    <a16:creationId xmlns:a16="http://schemas.microsoft.com/office/drawing/2014/main" id="{182F33BD-0523-79D6-AE67-549718A6E19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25</a:t>
                </a:r>
              </a:p>
            </p:txBody>
          </p:sp>
        </p:grpSp>
        <p:grpSp>
          <p:nvGrpSpPr>
            <p:cNvPr id="261" name="Gruppo 260">
              <a:extLst>
                <a:ext uri="{FF2B5EF4-FFF2-40B4-BE49-F238E27FC236}">
                  <a16:creationId xmlns:a16="http://schemas.microsoft.com/office/drawing/2014/main" id="{CC6FFE7D-AF4D-F6C8-5707-090F1961068A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62" name="Ovale 261">
                <a:extLst>
                  <a:ext uri="{FF2B5EF4-FFF2-40B4-BE49-F238E27FC236}">
                    <a16:creationId xmlns:a16="http://schemas.microsoft.com/office/drawing/2014/main" id="{9C932EC1-691F-1FA9-1952-3BD50DECF39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3" name="CasellaDiTesto 262">
                <a:extLst>
                  <a:ext uri="{FF2B5EF4-FFF2-40B4-BE49-F238E27FC236}">
                    <a16:creationId xmlns:a16="http://schemas.microsoft.com/office/drawing/2014/main" id="{6433B043-E604-4738-4CAB-FF32C90F65A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66" name="Picture 2">
            <a:extLst>
              <a:ext uri="{FF2B5EF4-FFF2-40B4-BE49-F238E27FC236}">
                <a16:creationId xmlns:a16="http://schemas.microsoft.com/office/drawing/2014/main" id="{327DA9E7-89F5-50C5-9E7F-423D278C9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988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4">
            <a:extLst>
              <a:ext uri="{FF2B5EF4-FFF2-40B4-BE49-F238E27FC236}">
                <a16:creationId xmlns:a16="http://schemas.microsoft.com/office/drawing/2014/main" id="{B89D577C-E8DD-B4C0-33EA-51D5F6B08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296" y="1594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6">
            <a:extLst>
              <a:ext uri="{FF2B5EF4-FFF2-40B4-BE49-F238E27FC236}">
                <a16:creationId xmlns:a16="http://schemas.microsoft.com/office/drawing/2014/main" id="{A62B99A9-4729-4A3A-EC7D-78D905C47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517" y="214939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Picture 12">
            <a:extLst>
              <a:ext uri="{FF2B5EF4-FFF2-40B4-BE49-F238E27FC236}">
                <a16:creationId xmlns:a16="http://schemas.microsoft.com/office/drawing/2014/main" id="{D3967A0B-8606-2080-70B2-82B8D7914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753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Picture 14">
            <a:extLst>
              <a:ext uri="{FF2B5EF4-FFF2-40B4-BE49-F238E27FC236}">
                <a16:creationId xmlns:a16="http://schemas.microsoft.com/office/drawing/2014/main" id="{41361472-6E26-D64A-F22C-AB182E5AE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788" y="2798987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Picture 18">
            <a:extLst>
              <a:ext uri="{FF2B5EF4-FFF2-40B4-BE49-F238E27FC236}">
                <a16:creationId xmlns:a16="http://schemas.microsoft.com/office/drawing/2014/main" id="{12FAA177-2DC7-33A3-C547-806B5DF93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013" y="126493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Picture 20">
            <a:extLst>
              <a:ext uri="{FF2B5EF4-FFF2-40B4-BE49-F238E27FC236}">
                <a16:creationId xmlns:a16="http://schemas.microsoft.com/office/drawing/2014/main" id="{B3D8F452-1C5E-C52B-3C21-C26814A5E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05" y="2131318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Picture 22">
            <a:extLst>
              <a:ext uri="{FF2B5EF4-FFF2-40B4-BE49-F238E27FC236}">
                <a16:creationId xmlns:a16="http://schemas.microsoft.com/office/drawing/2014/main" id="{DCCBD37E-0E72-9719-9A26-ADE8F4150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993" y="2798987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6" name="Gruppo 285">
            <a:extLst>
              <a:ext uri="{FF2B5EF4-FFF2-40B4-BE49-F238E27FC236}">
                <a16:creationId xmlns:a16="http://schemas.microsoft.com/office/drawing/2014/main" id="{62F24712-2103-9E90-105B-DEDBD53555E1}"/>
              </a:ext>
            </a:extLst>
          </p:cNvPr>
          <p:cNvGrpSpPr/>
          <p:nvPr/>
        </p:nvGrpSpPr>
        <p:grpSpPr>
          <a:xfrm>
            <a:off x="2223894" y="2179111"/>
            <a:ext cx="1460066" cy="222843"/>
            <a:chOff x="3923267" y="734293"/>
            <a:chExt cx="1460066" cy="222843"/>
          </a:xfrm>
        </p:grpSpPr>
        <p:sp>
          <p:nvSpPr>
            <p:cNvPr id="287" name="Rettangolo con due angoli in diagonale arrotondati 286">
              <a:extLst>
                <a:ext uri="{FF2B5EF4-FFF2-40B4-BE49-F238E27FC236}">
                  <a16:creationId xmlns:a16="http://schemas.microsoft.com/office/drawing/2014/main" id="{EE93DB11-7F3F-8824-E286-D399B5828F4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88" name="CasellaDiTesto 287">
              <a:extLst>
                <a:ext uri="{FF2B5EF4-FFF2-40B4-BE49-F238E27FC236}">
                  <a16:creationId xmlns:a16="http://schemas.microsoft.com/office/drawing/2014/main" id="{853AC733-6A33-E48B-65A0-FE07BEC9E38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RCB3 184 Cm</a:t>
              </a:r>
            </a:p>
          </p:txBody>
        </p:sp>
        <p:grpSp>
          <p:nvGrpSpPr>
            <p:cNvPr id="289" name="Gruppo 288">
              <a:extLst>
                <a:ext uri="{FF2B5EF4-FFF2-40B4-BE49-F238E27FC236}">
                  <a16:creationId xmlns:a16="http://schemas.microsoft.com/office/drawing/2014/main" id="{50A9F228-107A-128C-7BD5-866A7FDD03E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93" name="Ovale 292">
                <a:extLst>
                  <a:ext uri="{FF2B5EF4-FFF2-40B4-BE49-F238E27FC236}">
                    <a16:creationId xmlns:a16="http://schemas.microsoft.com/office/drawing/2014/main" id="{CA75AF50-239A-E74B-9520-698FF4DF99B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4" name="CasellaDiTesto 293">
                <a:extLst>
                  <a:ext uri="{FF2B5EF4-FFF2-40B4-BE49-F238E27FC236}">
                    <a16:creationId xmlns:a16="http://schemas.microsoft.com/office/drawing/2014/main" id="{45437EF5-482F-0529-7BD5-388B9167AC8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6</a:t>
                </a:r>
              </a:p>
            </p:txBody>
          </p:sp>
        </p:grpSp>
        <p:grpSp>
          <p:nvGrpSpPr>
            <p:cNvPr id="290" name="Gruppo 289">
              <a:extLst>
                <a:ext uri="{FF2B5EF4-FFF2-40B4-BE49-F238E27FC236}">
                  <a16:creationId xmlns:a16="http://schemas.microsoft.com/office/drawing/2014/main" id="{BE4BD846-5C2A-C241-54F2-01D52A7AC0F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91" name="Ovale 290">
                <a:extLst>
                  <a:ext uri="{FF2B5EF4-FFF2-40B4-BE49-F238E27FC236}">
                    <a16:creationId xmlns:a16="http://schemas.microsoft.com/office/drawing/2014/main" id="{226C0AB9-85D0-CCAB-FF28-C92020EC486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2" name="CasellaDiTesto 291">
                <a:extLst>
                  <a:ext uri="{FF2B5EF4-FFF2-40B4-BE49-F238E27FC236}">
                    <a16:creationId xmlns:a16="http://schemas.microsoft.com/office/drawing/2014/main" id="{01521EBB-682F-60AD-1E60-ABF6CD2ADD3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95" name="Gruppo 294">
            <a:extLst>
              <a:ext uri="{FF2B5EF4-FFF2-40B4-BE49-F238E27FC236}">
                <a16:creationId xmlns:a16="http://schemas.microsoft.com/office/drawing/2014/main" id="{9720B429-AA47-9B89-C307-E6066C30B7BB}"/>
              </a:ext>
            </a:extLst>
          </p:cNvPr>
          <p:cNvGrpSpPr/>
          <p:nvPr/>
        </p:nvGrpSpPr>
        <p:grpSpPr>
          <a:xfrm>
            <a:off x="3847679" y="2182358"/>
            <a:ext cx="1460066" cy="222843"/>
            <a:chOff x="3923267" y="734293"/>
            <a:chExt cx="1460066" cy="222843"/>
          </a:xfrm>
        </p:grpSpPr>
        <p:sp>
          <p:nvSpPr>
            <p:cNvPr id="296" name="Rettangolo con due angoli in diagonale arrotondati 295">
              <a:extLst>
                <a:ext uri="{FF2B5EF4-FFF2-40B4-BE49-F238E27FC236}">
                  <a16:creationId xmlns:a16="http://schemas.microsoft.com/office/drawing/2014/main" id="{52EABA6F-C187-31A1-D3D6-0051F3281A3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97" name="CasellaDiTesto 296">
              <a:extLst>
                <a:ext uri="{FF2B5EF4-FFF2-40B4-BE49-F238E27FC236}">
                  <a16:creationId xmlns:a16="http://schemas.microsoft.com/office/drawing/2014/main" id="{0A63DA8B-2C78-D538-8A22-CC28CE67A6E5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CB3 194 Cm</a:t>
              </a:r>
            </a:p>
          </p:txBody>
        </p:sp>
        <p:grpSp>
          <p:nvGrpSpPr>
            <p:cNvPr id="298" name="Gruppo 297">
              <a:extLst>
                <a:ext uri="{FF2B5EF4-FFF2-40B4-BE49-F238E27FC236}">
                  <a16:creationId xmlns:a16="http://schemas.microsoft.com/office/drawing/2014/main" id="{99B67A7B-E916-E1DF-57CB-AB35A7AF021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02" name="Ovale 301">
                <a:extLst>
                  <a:ext uri="{FF2B5EF4-FFF2-40B4-BE49-F238E27FC236}">
                    <a16:creationId xmlns:a16="http://schemas.microsoft.com/office/drawing/2014/main" id="{2DD86C3B-B451-BF35-DD6A-1C2923ECD1E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3" name="CasellaDiTesto 302">
                <a:extLst>
                  <a:ext uri="{FF2B5EF4-FFF2-40B4-BE49-F238E27FC236}">
                    <a16:creationId xmlns:a16="http://schemas.microsoft.com/office/drawing/2014/main" id="{19B01D36-1603-1F31-8040-C439B07DA46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9</a:t>
                </a:r>
              </a:p>
            </p:txBody>
          </p:sp>
        </p:grpSp>
        <p:grpSp>
          <p:nvGrpSpPr>
            <p:cNvPr id="299" name="Gruppo 298">
              <a:extLst>
                <a:ext uri="{FF2B5EF4-FFF2-40B4-BE49-F238E27FC236}">
                  <a16:creationId xmlns:a16="http://schemas.microsoft.com/office/drawing/2014/main" id="{FF5E90B9-BF32-939E-F3FC-9D7D80E19D9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00" name="Ovale 299">
                <a:extLst>
                  <a:ext uri="{FF2B5EF4-FFF2-40B4-BE49-F238E27FC236}">
                    <a16:creationId xmlns:a16="http://schemas.microsoft.com/office/drawing/2014/main" id="{89743006-9A30-F325-2A8B-50931EA800B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1" name="CasellaDiTesto 300">
                <a:extLst>
                  <a:ext uri="{FF2B5EF4-FFF2-40B4-BE49-F238E27FC236}">
                    <a16:creationId xmlns:a16="http://schemas.microsoft.com/office/drawing/2014/main" id="{DA9F1E93-8A37-97D6-B8C8-50C1D8CEF0D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04" name="Gruppo 303">
            <a:extLst>
              <a:ext uri="{FF2B5EF4-FFF2-40B4-BE49-F238E27FC236}">
                <a16:creationId xmlns:a16="http://schemas.microsoft.com/office/drawing/2014/main" id="{48BC369E-03C2-E6D7-7E27-B17D288B5EF4}"/>
              </a:ext>
            </a:extLst>
          </p:cNvPr>
          <p:cNvGrpSpPr/>
          <p:nvPr/>
        </p:nvGrpSpPr>
        <p:grpSpPr>
          <a:xfrm>
            <a:off x="5525515" y="2176603"/>
            <a:ext cx="1460066" cy="222843"/>
            <a:chOff x="3923267" y="734293"/>
            <a:chExt cx="1460066" cy="222843"/>
          </a:xfrm>
        </p:grpSpPr>
        <p:sp>
          <p:nvSpPr>
            <p:cNvPr id="305" name="Rettangolo con due angoli in diagonale arrotondati 304">
              <a:extLst>
                <a:ext uri="{FF2B5EF4-FFF2-40B4-BE49-F238E27FC236}">
                  <a16:creationId xmlns:a16="http://schemas.microsoft.com/office/drawing/2014/main" id="{38DF0E24-57BA-8AB5-14F9-BE0677046056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06" name="CasellaDiTesto 305">
              <a:extLst>
                <a:ext uri="{FF2B5EF4-FFF2-40B4-BE49-F238E27FC236}">
                  <a16:creationId xmlns:a16="http://schemas.microsoft.com/office/drawing/2014/main" id="{12AE2F29-7D89-F8C9-98ED-41CEBEC6D8AC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LCB3 194 Cm</a:t>
              </a:r>
            </a:p>
          </p:txBody>
        </p:sp>
        <p:grpSp>
          <p:nvGrpSpPr>
            <p:cNvPr id="307" name="Gruppo 306">
              <a:extLst>
                <a:ext uri="{FF2B5EF4-FFF2-40B4-BE49-F238E27FC236}">
                  <a16:creationId xmlns:a16="http://schemas.microsoft.com/office/drawing/2014/main" id="{07D72366-D8F9-DDC0-768E-981372B27F6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11" name="Ovale 310">
                <a:extLst>
                  <a:ext uri="{FF2B5EF4-FFF2-40B4-BE49-F238E27FC236}">
                    <a16:creationId xmlns:a16="http://schemas.microsoft.com/office/drawing/2014/main" id="{41AE7A69-1334-C3DF-A527-383634AC35C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2" name="CasellaDiTesto 311">
                <a:extLst>
                  <a:ext uri="{FF2B5EF4-FFF2-40B4-BE49-F238E27FC236}">
                    <a16:creationId xmlns:a16="http://schemas.microsoft.com/office/drawing/2014/main" id="{A4649B81-A952-DC7B-6414-594281883F3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12</a:t>
                </a:r>
              </a:p>
            </p:txBody>
          </p:sp>
        </p:grpSp>
        <p:grpSp>
          <p:nvGrpSpPr>
            <p:cNvPr id="308" name="Gruppo 307">
              <a:extLst>
                <a:ext uri="{FF2B5EF4-FFF2-40B4-BE49-F238E27FC236}">
                  <a16:creationId xmlns:a16="http://schemas.microsoft.com/office/drawing/2014/main" id="{28908153-AA3D-27E2-14B7-70DD2760219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09" name="Ovale 308">
                <a:extLst>
                  <a:ext uri="{FF2B5EF4-FFF2-40B4-BE49-F238E27FC236}">
                    <a16:creationId xmlns:a16="http://schemas.microsoft.com/office/drawing/2014/main" id="{BE1EBDD9-5C1C-02F7-436F-ED6BCAF1857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0" name="CasellaDiTesto 309">
                <a:extLst>
                  <a:ext uri="{FF2B5EF4-FFF2-40B4-BE49-F238E27FC236}">
                    <a16:creationId xmlns:a16="http://schemas.microsoft.com/office/drawing/2014/main" id="{0A09CE75-AB4C-983B-CDD8-F10EBAFF8BA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22" name="Gruppo 321">
            <a:extLst>
              <a:ext uri="{FF2B5EF4-FFF2-40B4-BE49-F238E27FC236}">
                <a16:creationId xmlns:a16="http://schemas.microsoft.com/office/drawing/2014/main" id="{05BDAD2A-6A6F-A34D-4B70-E4394B1D0C73}"/>
              </a:ext>
            </a:extLst>
          </p:cNvPr>
          <p:cNvGrpSpPr/>
          <p:nvPr/>
        </p:nvGrpSpPr>
        <p:grpSpPr>
          <a:xfrm>
            <a:off x="1095332" y="3076166"/>
            <a:ext cx="1460066" cy="222843"/>
            <a:chOff x="3923267" y="734293"/>
            <a:chExt cx="1460066" cy="222843"/>
          </a:xfrm>
        </p:grpSpPr>
        <p:sp>
          <p:nvSpPr>
            <p:cNvPr id="323" name="Rettangolo con due angoli in diagonale arrotondati 322">
              <a:extLst>
                <a:ext uri="{FF2B5EF4-FFF2-40B4-BE49-F238E27FC236}">
                  <a16:creationId xmlns:a16="http://schemas.microsoft.com/office/drawing/2014/main" id="{26A040C7-6ACF-4AC1-90E5-13A0D1BDE79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24" name="CasellaDiTesto 323">
              <a:extLst>
                <a:ext uri="{FF2B5EF4-FFF2-40B4-BE49-F238E27FC236}">
                  <a16:creationId xmlns:a16="http://schemas.microsoft.com/office/drawing/2014/main" id="{B47B8CBE-45A1-7165-2D34-5285FE09CFF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RFB3 185 Cm</a:t>
              </a:r>
            </a:p>
          </p:txBody>
        </p:sp>
        <p:grpSp>
          <p:nvGrpSpPr>
            <p:cNvPr id="325" name="Gruppo 324">
              <a:extLst>
                <a:ext uri="{FF2B5EF4-FFF2-40B4-BE49-F238E27FC236}">
                  <a16:creationId xmlns:a16="http://schemas.microsoft.com/office/drawing/2014/main" id="{D1556CE3-0446-F100-ED65-6F89BA8EC5A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29" name="Ovale 328">
                <a:extLst>
                  <a:ext uri="{FF2B5EF4-FFF2-40B4-BE49-F238E27FC236}">
                    <a16:creationId xmlns:a16="http://schemas.microsoft.com/office/drawing/2014/main" id="{3CE4A088-7C0B-BE06-1875-C7A35E9CD0E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0" name="CasellaDiTesto 329">
                <a:extLst>
                  <a:ext uri="{FF2B5EF4-FFF2-40B4-BE49-F238E27FC236}">
                    <a16:creationId xmlns:a16="http://schemas.microsoft.com/office/drawing/2014/main" id="{7509EF68-1C36-C7F4-2850-983D54D6567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15</a:t>
                </a:r>
              </a:p>
            </p:txBody>
          </p:sp>
        </p:grpSp>
        <p:grpSp>
          <p:nvGrpSpPr>
            <p:cNvPr id="326" name="Gruppo 325">
              <a:extLst>
                <a:ext uri="{FF2B5EF4-FFF2-40B4-BE49-F238E27FC236}">
                  <a16:creationId xmlns:a16="http://schemas.microsoft.com/office/drawing/2014/main" id="{D2DBDD8A-17A8-C45E-73F2-2ACC86AB983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27" name="Ovale 326">
                <a:extLst>
                  <a:ext uri="{FF2B5EF4-FFF2-40B4-BE49-F238E27FC236}">
                    <a16:creationId xmlns:a16="http://schemas.microsoft.com/office/drawing/2014/main" id="{34B3396D-FD76-950F-726C-B5E5C091589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28" name="CasellaDiTesto 327">
                <a:extLst>
                  <a:ext uri="{FF2B5EF4-FFF2-40B4-BE49-F238E27FC236}">
                    <a16:creationId xmlns:a16="http://schemas.microsoft.com/office/drawing/2014/main" id="{FD20EA2F-F126-50E6-3965-7920DAA7052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31" name="Gruppo 330">
            <a:extLst>
              <a:ext uri="{FF2B5EF4-FFF2-40B4-BE49-F238E27FC236}">
                <a16:creationId xmlns:a16="http://schemas.microsoft.com/office/drawing/2014/main" id="{44B2DC55-4310-1913-BD5B-D64644AD6135}"/>
              </a:ext>
            </a:extLst>
          </p:cNvPr>
          <p:cNvGrpSpPr/>
          <p:nvPr/>
        </p:nvGrpSpPr>
        <p:grpSpPr>
          <a:xfrm>
            <a:off x="6544786" y="3039219"/>
            <a:ext cx="1460066" cy="222843"/>
            <a:chOff x="3923267" y="734293"/>
            <a:chExt cx="1460066" cy="222843"/>
          </a:xfrm>
        </p:grpSpPr>
        <p:sp>
          <p:nvSpPr>
            <p:cNvPr id="332" name="Rettangolo con due angoli in diagonale arrotondati 331">
              <a:extLst>
                <a:ext uri="{FF2B5EF4-FFF2-40B4-BE49-F238E27FC236}">
                  <a16:creationId xmlns:a16="http://schemas.microsoft.com/office/drawing/2014/main" id="{983D5A50-498E-357C-D54D-2D32AB5F244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3" name="CasellaDiTesto 332">
              <a:extLst>
                <a:ext uri="{FF2B5EF4-FFF2-40B4-BE49-F238E27FC236}">
                  <a16:creationId xmlns:a16="http://schemas.microsoft.com/office/drawing/2014/main" id="{BFA5D6EA-4849-9EF4-F734-11BCB10A34DC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LFB3 185 Cm</a:t>
              </a:r>
            </a:p>
          </p:txBody>
        </p:sp>
        <p:grpSp>
          <p:nvGrpSpPr>
            <p:cNvPr id="334" name="Gruppo 333">
              <a:extLst>
                <a:ext uri="{FF2B5EF4-FFF2-40B4-BE49-F238E27FC236}">
                  <a16:creationId xmlns:a16="http://schemas.microsoft.com/office/drawing/2014/main" id="{F17E195C-1F79-933F-877A-D6428BA2254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38" name="Ovale 337">
                <a:extLst>
                  <a:ext uri="{FF2B5EF4-FFF2-40B4-BE49-F238E27FC236}">
                    <a16:creationId xmlns:a16="http://schemas.microsoft.com/office/drawing/2014/main" id="{D3959B36-355E-2894-8A34-B4B3E0BADFA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9" name="CasellaDiTesto 338">
                <a:extLst>
                  <a:ext uri="{FF2B5EF4-FFF2-40B4-BE49-F238E27FC236}">
                    <a16:creationId xmlns:a16="http://schemas.microsoft.com/office/drawing/2014/main" id="{9F3A71AA-09F2-BA29-D60B-AC85D3CB943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18</a:t>
                </a:r>
              </a:p>
            </p:txBody>
          </p:sp>
        </p:grpSp>
        <p:grpSp>
          <p:nvGrpSpPr>
            <p:cNvPr id="335" name="Gruppo 334">
              <a:extLst>
                <a:ext uri="{FF2B5EF4-FFF2-40B4-BE49-F238E27FC236}">
                  <a16:creationId xmlns:a16="http://schemas.microsoft.com/office/drawing/2014/main" id="{4B3E720E-5B49-D503-CB21-BD08D234C54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36" name="Ovale 335">
                <a:extLst>
                  <a:ext uri="{FF2B5EF4-FFF2-40B4-BE49-F238E27FC236}">
                    <a16:creationId xmlns:a16="http://schemas.microsoft.com/office/drawing/2014/main" id="{5CFC2704-87D5-FF8D-1C80-71AC006122E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7" name="CasellaDiTesto 336">
                <a:extLst>
                  <a:ext uri="{FF2B5EF4-FFF2-40B4-BE49-F238E27FC236}">
                    <a16:creationId xmlns:a16="http://schemas.microsoft.com/office/drawing/2014/main" id="{8D93866F-7326-F387-7DCC-D004CFBDB20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40" name="Gruppo 339">
            <a:extLst>
              <a:ext uri="{FF2B5EF4-FFF2-40B4-BE49-F238E27FC236}">
                <a16:creationId xmlns:a16="http://schemas.microsoft.com/office/drawing/2014/main" id="{105D30FE-ACD5-8782-792A-10BDAE82578B}"/>
              </a:ext>
            </a:extLst>
          </p:cNvPr>
          <p:cNvGrpSpPr/>
          <p:nvPr/>
        </p:nvGrpSpPr>
        <p:grpSpPr>
          <a:xfrm>
            <a:off x="2309044" y="3924814"/>
            <a:ext cx="1460066" cy="222843"/>
            <a:chOff x="3923267" y="734293"/>
            <a:chExt cx="1460066" cy="222843"/>
          </a:xfrm>
        </p:grpSpPr>
        <p:sp>
          <p:nvSpPr>
            <p:cNvPr id="341" name="Rettangolo con due angoli in diagonale arrotondati 340">
              <a:extLst>
                <a:ext uri="{FF2B5EF4-FFF2-40B4-BE49-F238E27FC236}">
                  <a16:creationId xmlns:a16="http://schemas.microsoft.com/office/drawing/2014/main" id="{880B1B3A-9DF7-5BBC-93AD-2D9E1FB2E35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42" name="CasellaDiTesto 341">
              <a:extLst>
                <a:ext uri="{FF2B5EF4-FFF2-40B4-BE49-F238E27FC236}">
                  <a16:creationId xmlns:a16="http://schemas.microsoft.com/office/drawing/2014/main" id="{C55C804C-8BDD-37D4-C6EA-EADF8136065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RCM4 185 Cm</a:t>
              </a:r>
            </a:p>
          </p:txBody>
        </p:sp>
        <p:grpSp>
          <p:nvGrpSpPr>
            <p:cNvPr id="343" name="Gruppo 342">
              <a:extLst>
                <a:ext uri="{FF2B5EF4-FFF2-40B4-BE49-F238E27FC236}">
                  <a16:creationId xmlns:a16="http://schemas.microsoft.com/office/drawing/2014/main" id="{5144049D-CDE8-5E10-CD44-D84671DDFD8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47" name="Ovale 346">
                <a:extLst>
                  <a:ext uri="{FF2B5EF4-FFF2-40B4-BE49-F238E27FC236}">
                    <a16:creationId xmlns:a16="http://schemas.microsoft.com/office/drawing/2014/main" id="{F35B3A29-9458-54BD-8F5E-4AD16DAB3E4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8" name="CasellaDiTesto 347">
                <a:extLst>
                  <a:ext uri="{FF2B5EF4-FFF2-40B4-BE49-F238E27FC236}">
                    <a16:creationId xmlns:a16="http://schemas.microsoft.com/office/drawing/2014/main" id="{B802429B-7E95-F59A-3BE7-F78E21F6990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26</a:t>
                </a:r>
              </a:p>
            </p:txBody>
          </p:sp>
        </p:grpSp>
        <p:grpSp>
          <p:nvGrpSpPr>
            <p:cNvPr id="344" name="Gruppo 343">
              <a:extLst>
                <a:ext uri="{FF2B5EF4-FFF2-40B4-BE49-F238E27FC236}">
                  <a16:creationId xmlns:a16="http://schemas.microsoft.com/office/drawing/2014/main" id="{E8FD1B73-1156-DECC-1264-606250602E1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45" name="Ovale 344">
                <a:extLst>
                  <a:ext uri="{FF2B5EF4-FFF2-40B4-BE49-F238E27FC236}">
                    <a16:creationId xmlns:a16="http://schemas.microsoft.com/office/drawing/2014/main" id="{97EF970F-F996-1FA8-EB76-8776DAE1FAD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6" name="CasellaDiTesto 345">
                <a:extLst>
                  <a:ext uri="{FF2B5EF4-FFF2-40B4-BE49-F238E27FC236}">
                    <a16:creationId xmlns:a16="http://schemas.microsoft.com/office/drawing/2014/main" id="{292EFB26-E8A1-A885-347A-121E9C547E5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69" name="Picture 8">
            <a:extLst>
              <a:ext uri="{FF2B5EF4-FFF2-40B4-BE49-F238E27FC236}">
                <a16:creationId xmlns:a16="http://schemas.microsoft.com/office/drawing/2014/main" id="{2CF0D64F-2211-2369-C74D-B22A44658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569" y="392481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9" name="Gruppo 348">
            <a:extLst>
              <a:ext uri="{FF2B5EF4-FFF2-40B4-BE49-F238E27FC236}">
                <a16:creationId xmlns:a16="http://schemas.microsoft.com/office/drawing/2014/main" id="{6579DCAE-B1DB-388B-BF05-B33AD6C3CCC1}"/>
              </a:ext>
            </a:extLst>
          </p:cNvPr>
          <p:cNvGrpSpPr/>
          <p:nvPr/>
        </p:nvGrpSpPr>
        <p:grpSpPr>
          <a:xfrm>
            <a:off x="5290764" y="3924814"/>
            <a:ext cx="1460066" cy="222843"/>
            <a:chOff x="3923267" y="734293"/>
            <a:chExt cx="1460066" cy="222843"/>
          </a:xfrm>
        </p:grpSpPr>
        <p:sp>
          <p:nvSpPr>
            <p:cNvPr id="350" name="Rettangolo con due angoli in diagonale arrotondati 349">
              <a:extLst>
                <a:ext uri="{FF2B5EF4-FFF2-40B4-BE49-F238E27FC236}">
                  <a16:creationId xmlns:a16="http://schemas.microsoft.com/office/drawing/2014/main" id="{BECF3BE5-5814-836C-D126-E36D941FA13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51" name="CasellaDiTesto 350">
              <a:extLst>
                <a:ext uri="{FF2B5EF4-FFF2-40B4-BE49-F238E27FC236}">
                  <a16:creationId xmlns:a16="http://schemas.microsoft.com/office/drawing/2014/main" id="{DC40E0C1-79C1-4BEC-A54B-3089FE762BB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LCM4 186 Cm</a:t>
              </a:r>
            </a:p>
          </p:txBody>
        </p:sp>
        <p:grpSp>
          <p:nvGrpSpPr>
            <p:cNvPr id="352" name="Gruppo 351">
              <a:extLst>
                <a:ext uri="{FF2B5EF4-FFF2-40B4-BE49-F238E27FC236}">
                  <a16:creationId xmlns:a16="http://schemas.microsoft.com/office/drawing/2014/main" id="{3022C54C-1E57-B1CF-C233-5F5A0F94213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56" name="Ovale 355">
                <a:extLst>
                  <a:ext uri="{FF2B5EF4-FFF2-40B4-BE49-F238E27FC236}">
                    <a16:creationId xmlns:a16="http://schemas.microsoft.com/office/drawing/2014/main" id="{3EDED037-299E-AF7A-F9BA-893CC289EC1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7" name="CasellaDiTesto 356">
                <a:extLst>
                  <a:ext uri="{FF2B5EF4-FFF2-40B4-BE49-F238E27FC236}">
                    <a16:creationId xmlns:a16="http://schemas.microsoft.com/office/drawing/2014/main" id="{C18347BF-B660-1571-93A9-3BAE9060A27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30</a:t>
                </a:r>
              </a:p>
            </p:txBody>
          </p:sp>
        </p:grpSp>
        <p:grpSp>
          <p:nvGrpSpPr>
            <p:cNvPr id="353" name="Gruppo 352">
              <a:extLst>
                <a:ext uri="{FF2B5EF4-FFF2-40B4-BE49-F238E27FC236}">
                  <a16:creationId xmlns:a16="http://schemas.microsoft.com/office/drawing/2014/main" id="{706962E0-AA2A-CFB5-8E08-ADAB7C609AC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54" name="Ovale 353">
                <a:extLst>
                  <a:ext uri="{FF2B5EF4-FFF2-40B4-BE49-F238E27FC236}">
                    <a16:creationId xmlns:a16="http://schemas.microsoft.com/office/drawing/2014/main" id="{07EDB464-AEA1-8B71-DDBA-5D3324EF443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5" name="CasellaDiTesto 354">
                <a:extLst>
                  <a:ext uri="{FF2B5EF4-FFF2-40B4-BE49-F238E27FC236}">
                    <a16:creationId xmlns:a16="http://schemas.microsoft.com/office/drawing/2014/main" id="{94D1E6A7-E54D-79C6-33C7-FDF5ECB9A80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58" name="Gruppo 357">
            <a:extLst>
              <a:ext uri="{FF2B5EF4-FFF2-40B4-BE49-F238E27FC236}">
                <a16:creationId xmlns:a16="http://schemas.microsoft.com/office/drawing/2014/main" id="{838D56EE-1B5B-AA3B-48E9-BBB35C0597C4}"/>
              </a:ext>
            </a:extLst>
          </p:cNvPr>
          <p:cNvGrpSpPr/>
          <p:nvPr/>
        </p:nvGrpSpPr>
        <p:grpSpPr>
          <a:xfrm>
            <a:off x="4724724" y="4835954"/>
            <a:ext cx="1460066" cy="222843"/>
            <a:chOff x="3923267" y="734293"/>
            <a:chExt cx="1460066" cy="222843"/>
          </a:xfrm>
        </p:grpSpPr>
        <p:sp>
          <p:nvSpPr>
            <p:cNvPr id="359" name="Rettangolo con due angoli in diagonale arrotondati 358">
              <a:extLst>
                <a:ext uri="{FF2B5EF4-FFF2-40B4-BE49-F238E27FC236}">
                  <a16:creationId xmlns:a16="http://schemas.microsoft.com/office/drawing/2014/main" id="{DB01CF1B-366F-EFC4-B02C-DED52C108116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60" name="CasellaDiTesto 359">
              <a:extLst>
                <a:ext uri="{FF2B5EF4-FFF2-40B4-BE49-F238E27FC236}">
                  <a16:creationId xmlns:a16="http://schemas.microsoft.com/office/drawing/2014/main" id="{B93E3BF3-AC71-B4A1-4BE5-58B5730E464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ST3B 184 Cm</a:t>
              </a:r>
            </a:p>
          </p:txBody>
        </p:sp>
        <p:grpSp>
          <p:nvGrpSpPr>
            <p:cNvPr id="361" name="Gruppo 360">
              <a:extLst>
                <a:ext uri="{FF2B5EF4-FFF2-40B4-BE49-F238E27FC236}">
                  <a16:creationId xmlns:a16="http://schemas.microsoft.com/office/drawing/2014/main" id="{6E482CAE-92E8-DB12-FA44-07E312E52DE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65" name="Ovale 364">
                <a:extLst>
                  <a:ext uri="{FF2B5EF4-FFF2-40B4-BE49-F238E27FC236}">
                    <a16:creationId xmlns:a16="http://schemas.microsoft.com/office/drawing/2014/main" id="{FED7FF31-A3AA-003E-97A5-B558F2E6903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66" name="CasellaDiTesto 365">
                <a:extLst>
                  <a:ext uri="{FF2B5EF4-FFF2-40B4-BE49-F238E27FC236}">
                    <a16:creationId xmlns:a16="http://schemas.microsoft.com/office/drawing/2014/main" id="{38E6C0DD-7735-761F-B2B5-0B3D88C9550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362" name="Gruppo 361">
              <a:extLst>
                <a:ext uri="{FF2B5EF4-FFF2-40B4-BE49-F238E27FC236}">
                  <a16:creationId xmlns:a16="http://schemas.microsoft.com/office/drawing/2014/main" id="{0E403433-C576-93F9-C343-A8C26029A1D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3" name="Ovale 362">
                <a:extLst>
                  <a:ext uri="{FF2B5EF4-FFF2-40B4-BE49-F238E27FC236}">
                    <a16:creationId xmlns:a16="http://schemas.microsoft.com/office/drawing/2014/main" id="{34119FC4-E1CB-BD2F-60E8-43006A2930E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64" name="CasellaDiTesto 363">
                <a:extLst>
                  <a:ext uri="{FF2B5EF4-FFF2-40B4-BE49-F238E27FC236}">
                    <a16:creationId xmlns:a16="http://schemas.microsoft.com/office/drawing/2014/main" id="{40038DD4-517C-02F8-7BA7-D3C614DB0F9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48" name="Gruppo 147">
            <a:extLst>
              <a:ext uri="{FF2B5EF4-FFF2-40B4-BE49-F238E27FC236}">
                <a16:creationId xmlns:a16="http://schemas.microsoft.com/office/drawing/2014/main" id="{5E4DE543-4A24-CEBF-AA53-6F591D8CCFC6}"/>
              </a:ext>
            </a:extLst>
          </p:cNvPr>
          <p:cNvGrpSpPr/>
          <p:nvPr/>
        </p:nvGrpSpPr>
        <p:grpSpPr>
          <a:xfrm>
            <a:off x="3843914" y="2897995"/>
            <a:ext cx="1460066" cy="220379"/>
            <a:chOff x="3923267" y="734293"/>
            <a:chExt cx="1460066" cy="220379"/>
          </a:xfrm>
        </p:grpSpPr>
        <p:sp>
          <p:nvSpPr>
            <p:cNvPr id="149" name="Rettangolo con due angoli in diagonale arrotondati 148">
              <a:extLst>
                <a:ext uri="{FF2B5EF4-FFF2-40B4-BE49-F238E27FC236}">
                  <a16:creationId xmlns:a16="http://schemas.microsoft.com/office/drawing/2014/main" id="{507D1819-B207-3865-F7AF-601387DF3B0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50" name="CasellaDiTesto 149">
              <a:extLst>
                <a:ext uri="{FF2B5EF4-FFF2-40B4-BE49-F238E27FC236}">
                  <a16:creationId xmlns:a16="http://schemas.microsoft.com/office/drawing/2014/main" id="{084E0575-65BC-6065-F7A4-B0CF85E80EBB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CM1 182 Cm</a:t>
              </a:r>
            </a:p>
          </p:txBody>
        </p:sp>
        <p:grpSp>
          <p:nvGrpSpPr>
            <p:cNvPr id="151" name="Gruppo 150">
              <a:extLst>
                <a:ext uri="{FF2B5EF4-FFF2-40B4-BE49-F238E27FC236}">
                  <a16:creationId xmlns:a16="http://schemas.microsoft.com/office/drawing/2014/main" id="{5C285329-D394-A780-7B3D-37EFC535822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55" name="Ovale 154">
                <a:extLst>
                  <a:ext uri="{FF2B5EF4-FFF2-40B4-BE49-F238E27FC236}">
                    <a16:creationId xmlns:a16="http://schemas.microsoft.com/office/drawing/2014/main" id="{91BACE41-9927-2E9E-22E8-78E152C2833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56" name="CasellaDiTesto 155">
                <a:extLst>
                  <a:ext uri="{FF2B5EF4-FFF2-40B4-BE49-F238E27FC236}">
                    <a16:creationId xmlns:a16="http://schemas.microsoft.com/office/drawing/2014/main" id="{E9A45CD6-1DF4-C22C-82B9-7AE6409C70B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19</a:t>
                </a:r>
              </a:p>
            </p:txBody>
          </p:sp>
        </p:grpSp>
        <p:grpSp>
          <p:nvGrpSpPr>
            <p:cNvPr id="152" name="Gruppo 151">
              <a:extLst>
                <a:ext uri="{FF2B5EF4-FFF2-40B4-BE49-F238E27FC236}">
                  <a16:creationId xmlns:a16="http://schemas.microsoft.com/office/drawing/2014/main" id="{E12B206F-5096-6008-5BB2-C54754A990C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53" name="Ovale 152">
                <a:extLst>
                  <a:ext uri="{FF2B5EF4-FFF2-40B4-BE49-F238E27FC236}">
                    <a16:creationId xmlns:a16="http://schemas.microsoft.com/office/drawing/2014/main" id="{2A0081B8-C148-1D03-0F9E-CC9F032FAEB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54" name="CasellaDiTesto 153">
                <a:extLst>
                  <a:ext uri="{FF2B5EF4-FFF2-40B4-BE49-F238E27FC236}">
                    <a16:creationId xmlns:a16="http://schemas.microsoft.com/office/drawing/2014/main" id="{4DF962F6-3F59-E227-E9A7-3D9F5B3F886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66" name="Gruppo 165">
            <a:extLst>
              <a:ext uri="{FF2B5EF4-FFF2-40B4-BE49-F238E27FC236}">
                <a16:creationId xmlns:a16="http://schemas.microsoft.com/office/drawing/2014/main" id="{22DAE71B-8314-D22E-82EE-85FDB3C8743F}"/>
              </a:ext>
            </a:extLst>
          </p:cNvPr>
          <p:cNvGrpSpPr/>
          <p:nvPr/>
        </p:nvGrpSpPr>
        <p:grpSpPr>
          <a:xfrm>
            <a:off x="3843914" y="3087719"/>
            <a:ext cx="1460066" cy="222843"/>
            <a:chOff x="3923267" y="734293"/>
            <a:chExt cx="1460066" cy="222843"/>
          </a:xfrm>
        </p:grpSpPr>
        <p:sp>
          <p:nvSpPr>
            <p:cNvPr id="167" name="Rettangolo con due angoli in diagonale arrotondati 166">
              <a:extLst>
                <a:ext uri="{FF2B5EF4-FFF2-40B4-BE49-F238E27FC236}">
                  <a16:creationId xmlns:a16="http://schemas.microsoft.com/office/drawing/2014/main" id="{647602B2-33BA-1D5E-09C5-8B36CB81568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68" name="CasellaDiTesto 167">
              <a:extLst>
                <a:ext uri="{FF2B5EF4-FFF2-40B4-BE49-F238E27FC236}">
                  <a16:creationId xmlns:a16="http://schemas.microsoft.com/office/drawing/2014/main" id="{DD9E82CF-9A2C-A8AA-0F3C-FB4A3FBA3AF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CM2 173 Cm</a:t>
              </a:r>
            </a:p>
          </p:txBody>
        </p:sp>
        <p:grpSp>
          <p:nvGrpSpPr>
            <p:cNvPr id="169" name="Gruppo 168">
              <a:extLst>
                <a:ext uri="{FF2B5EF4-FFF2-40B4-BE49-F238E27FC236}">
                  <a16:creationId xmlns:a16="http://schemas.microsoft.com/office/drawing/2014/main" id="{E43508D9-8CAA-BF2E-BE3F-064C9FB7F04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73" name="Ovale 172">
                <a:extLst>
                  <a:ext uri="{FF2B5EF4-FFF2-40B4-BE49-F238E27FC236}">
                    <a16:creationId xmlns:a16="http://schemas.microsoft.com/office/drawing/2014/main" id="{8B39AACA-DCAD-0B4F-3BC9-EA17C8B5466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74" name="CasellaDiTesto 173">
                <a:extLst>
                  <a:ext uri="{FF2B5EF4-FFF2-40B4-BE49-F238E27FC236}">
                    <a16:creationId xmlns:a16="http://schemas.microsoft.com/office/drawing/2014/main" id="{4931798F-A9B7-B6E0-4337-A91077C6436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20</a:t>
                </a:r>
              </a:p>
            </p:txBody>
          </p:sp>
        </p:grpSp>
        <p:grpSp>
          <p:nvGrpSpPr>
            <p:cNvPr id="170" name="Gruppo 169">
              <a:extLst>
                <a:ext uri="{FF2B5EF4-FFF2-40B4-BE49-F238E27FC236}">
                  <a16:creationId xmlns:a16="http://schemas.microsoft.com/office/drawing/2014/main" id="{130550CF-7EAD-EC19-F2B0-0FCFEC7B9EB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71" name="Ovale 170">
                <a:extLst>
                  <a:ext uri="{FF2B5EF4-FFF2-40B4-BE49-F238E27FC236}">
                    <a16:creationId xmlns:a16="http://schemas.microsoft.com/office/drawing/2014/main" id="{B421B9FB-3493-B788-38C0-F8000E6AEDA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72" name="CasellaDiTesto 171">
                <a:extLst>
                  <a:ext uri="{FF2B5EF4-FFF2-40B4-BE49-F238E27FC236}">
                    <a16:creationId xmlns:a16="http://schemas.microsoft.com/office/drawing/2014/main" id="{2CFC333E-EF93-D33A-317A-5116D64FA8F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70" name="Picture 10">
            <a:extLst>
              <a:ext uri="{FF2B5EF4-FFF2-40B4-BE49-F238E27FC236}">
                <a16:creationId xmlns:a16="http://schemas.microsoft.com/office/drawing/2014/main" id="{D1B53973-AD22-C5B3-F4FF-0A694B63C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900" y="237498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7" name="Gruppo 276">
            <a:extLst>
              <a:ext uri="{FF2B5EF4-FFF2-40B4-BE49-F238E27FC236}">
                <a16:creationId xmlns:a16="http://schemas.microsoft.com/office/drawing/2014/main" id="{E523C0ED-EBD8-6A48-59DD-7668B04EE9DF}"/>
              </a:ext>
            </a:extLst>
          </p:cNvPr>
          <p:cNvGrpSpPr/>
          <p:nvPr/>
        </p:nvGrpSpPr>
        <p:grpSpPr>
          <a:xfrm>
            <a:off x="3843914" y="3279907"/>
            <a:ext cx="1460066" cy="222843"/>
            <a:chOff x="3923267" y="734293"/>
            <a:chExt cx="1460066" cy="222843"/>
          </a:xfrm>
        </p:grpSpPr>
        <p:sp>
          <p:nvSpPr>
            <p:cNvPr id="278" name="Rettangolo con due angoli in diagonale arrotondati 277">
              <a:extLst>
                <a:ext uri="{FF2B5EF4-FFF2-40B4-BE49-F238E27FC236}">
                  <a16:creationId xmlns:a16="http://schemas.microsoft.com/office/drawing/2014/main" id="{DC3E3D21-FE70-CA2E-03D2-D165FBFF288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79" name="CasellaDiTesto 278">
              <a:extLst>
                <a:ext uri="{FF2B5EF4-FFF2-40B4-BE49-F238E27FC236}">
                  <a16:creationId xmlns:a16="http://schemas.microsoft.com/office/drawing/2014/main" id="{7D8CEF77-F3CF-6E8C-65E6-BAE2048CEDD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CM3 185 Cm</a:t>
              </a:r>
            </a:p>
          </p:txBody>
        </p:sp>
        <p:grpSp>
          <p:nvGrpSpPr>
            <p:cNvPr id="280" name="Gruppo 279">
              <a:extLst>
                <a:ext uri="{FF2B5EF4-FFF2-40B4-BE49-F238E27FC236}">
                  <a16:creationId xmlns:a16="http://schemas.microsoft.com/office/drawing/2014/main" id="{E080BC3F-472B-D4D6-5433-7F30F457F14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84" name="Ovale 283">
                <a:extLst>
                  <a:ext uri="{FF2B5EF4-FFF2-40B4-BE49-F238E27FC236}">
                    <a16:creationId xmlns:a16="http://schemas.microsoft.com/office/drawing/2014/main" id="{93A0364A-B150-61BD-9200-0C69527F34F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85" name="CasellaDiTesto 284">
                <a:extLst>
                  <a:ext uri="{FF2B5EF4-FFF2-40B4-BE49-F238E27FC236}">
                    <a16:creationId xmlns:a16="http://schemas.microsoft.com/office/drawing/2014/main" id="{9A577C62-BE15-E222-93B9-0126F99F8F0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21</a:t>
                </a:r>
              </a:p>
            </p:txBody>
          </p:sp>
        </p:grpSp>
        <p:grpSp>
          <p:nvGrpSpPr>
            <p:cNvPr id="281" name="Gruppo 280">
              <a:extLst>
                <a:ext uri="{FF2B5EF4-FFF2-40B4-BE49-F238E27FC236}">
                  <a16:creationId xmlns:a16="http://schemas.microsoft.com/office/drawing/2014/main" id="{06E8E2E8-349B-11C4-1F2D-309712D2C22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82" name="Ovale 281">
                <a:extLst>
                  <a:ext uri="{FF2B5EF4-FFF2-40B4-BE49-F238E27FC236}">
                    <a16:creationId xmlns:a16="http://schemas.microsoft.com/office/drawing/2014/main" id="{AF460E88-BF93-4FC9-B14E-1D94E6C270C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83" name="CasellaDiTesto 282">
                <a:extLst>
                  <a:ext uri="{FF2B5EF4-FFF2-40B4-BE49-F238E27FC236}">
                    <a16:creationId xmlns:a16="http://schemas.microsoft.com/office/drawing/2014/main" id="{2747B6C1-F9C2-6B1C-3761-260B1598451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13" name="Gruppo 312">
            <a:extLst>
              <a:ext uri="{FF2B5EF4-FFF2-40B4-BE49-F238E27FC236}">
                <a16:creationId xmlns:a16="http://schemas.microsoft.com/office/drawing/2014/main" id="{109DD5A3-F011-A8AE-1497-1672B62736D6}"/>
              </a:ext>
            </a:extLst>
          </p:cNvPr>
          <p:cNvGrpSpPr/>
          <p:nvPr/>
        </p:nvGrpSpPr>
        <p:grpSpPr>
          <a:xfrm>
            <a:off x="3843914" y="3472094"/>
            <a:ext cx="1460066" cy="222843"/>
            <a:chOff x="3923267" y="734293"/>
            <a:chExt cx="1460066" cy="222843"/>
          </a:xfrm>
        </p:grpSpPr>
        <p:sp>
          <p:nvSpPr>
            <p:cNvPr id="314" name="Rettangolo con due angoli in diagonale arrotondati 313">
              <a:extLst>
                <a:ext uri="{FF2B5EF4-FFF2-40B4-BE49-F238E27FC236}">
                  <a16:creationId xmlns:a16="http://schemas.microsoft.com/office/drawing/2014/main" id="{635852A4-611E-B1F0-0848-99978066DE5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15" name="CasellaDiTesto 314">
              <a:extLst>
                <a:ext uri="{FF2B5EF4-FFF2-40B4-BE49-F238E27FC236}">
                  <a16:creationId xmlns:a16="http://schemas.microsoft.com/office/drawing/2014/main" id="{814B3765-5B6C-B428-6A84-56F2AE3919D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CM4 185 Cm</a:t>
              </a:r>
            </a:p>
          </p:txBody>
        </p:sp>
        <p:grpSp>
          <p:nvGrpSpPr>
            <p:cNvPr id="316" name="Gruppo 315">
              <a:extLst>
                <a:ext uri="{FF2B5EF4-FFF2-40B4-BE49-F238E27FC236}">
                  <a16:creationId xmlns:a16="http://schemas.microsoft.com/office/drawing/2014/main" id="{798236AE-B598-DD47-0707-CBCF29553DB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20" name="Ovale 319">
                <a:extLst>
                  <a:ext uri="{FF2B5EF4-FFF2-40B4-BE49-F238E27FC236}">
                    <a16:creationId xmlns:a16="http://schemas.microsoft.com/office/drawing/2014/main" id="{6FDDB779-561C-5B00-290D-C0D0217BE31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21" name="CasellaDiTesto 320">
                <a:extLst>
                  <a:ext uri="{FF2B5EF4-FFF2-40B4-BE49-F238E27FC236}">
                    <a16:creationId xmlns:a16="http://schemas.microsoft.com/office/drawing/2014/main" id="{C59513CC-5BB2-3D4B-D4A8-E98BA3CDEE2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22</a:t>
                </a:r>
              </a:p>
            </p:txBody>
          </p:sp>
        </p:grpSp>
        <p:grpSp>
          <p:nvGrpSpPr>
            <p:cNvPr id="317" name="Gruppo 316">
              <a:extLst>
                <a:ext uri="{FF2B5EF4-FFF2-40B4-BE49-F238E27FC236}">
                  <a16:creationId xmlns:a16="http://schemas.microsoft.com/office/drawing/2014/main" id="{0061172D-C245-079E-9D11-BCD2C03E664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18" name="Ovale 317">
                <a:extLst>
                  <a:ext uri="{FF2B5EF4-FFF2-40B4-BE49-F238E27FC236}">
                    <a16:creationId xmlns:a16="http://schemas.microsoft.com/office/drawing/2014/main" id="{80B616CB-F986-A892-D3CD-65950F55353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9" name="CasellaDiTesto 318">
                <a:extLst>
                  <a:ext uri="{FF2B5EF4-FFF2-40B4-BE49-F238E27FC236}">
                    <a16:creationId xmlns:a16="http://schemas.microsoft.com/office/drawing/2014/main" id="{65FE9D00-4BD0-7BB1-A6F3-71BF5707FB3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73" name="Picture 16">
            <a:extLst>
              <a:ext uri="{FF2B5EF4-FFF2-40B4-BE49-F238E27FC236}">
                <a16:creationId xmlns:a16="http://schemas.microsoft.com/office/drawing/2014/main" id="{30271014-0B05-B501-57E5-A7A06E01B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993" y="392481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225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 contrast="-30000"/>
                    </a14:imgEffect>
                  </a14:imgLayer>
                </a14:imgProps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54BA5-DC50-C748-ABAD-6598DFE3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0F3FF805-49F3-76DA-0772-35293CD86F1D}"/>
              </a:ext>
            </a:extLst>
          </p:cNvPr>
          <p:cNvPicPr/>
          <p:nvPr/>
        </p:nvPicPr>
        <p:blipFill rotWithShape="1">
          <a:blip r:embed="rId4"/>
          <a:srcRect l="17580" t="6073" r="17094"/>
          <a:stretch/>
        </p:blipFill>
        <p:spPr>
          <a:xfrm>
            <a:off x="1142177" y="228762"/>
            <a:ext cx="6859646" cy="5553722"/>
          </a:xfrm>
          <a:prstGeom prst="rect">
            <a:avLst/>
          </a:prstGeom>
          <a:scene3d>
            <a:camera prst="orthographicFront">
              <a:rot lat="1800000" lon="0" rev="0"/>
            </a:camera>
            <a:lightRig rig="threePt" dir="t"/>
          </a:scene3d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044042B9-8CA0-56E2-2798-675FDFCB2304}"/>
              </a:ext>
            </a:extLst>
          </p:cNvPr>
          <p:cNvGrpSpPr/>
          <p:nvPr/>
        </p:nvGrpSpPr>
        <p:grpSpPr>
          <a:xfrm>
            <a:off x="-2738812" y="-4103764"/>
            <a:ext cx="7637413" cy="7566226"/>
            <a:chOff x="-2664000" y="-4103764"/>
            <a:chExt cx="7637413" cy="7566226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7ED5208E-4242-1903-F976-52C4305D7E05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16" name="Striscia diagonale 15">
                <a:extLst>
                  <a:ext uri="{FF2B5EF4-FFF2-40B4-BE49-F238E27FC236}">
                    <a16:creationId xmlns:a16="http://schemas.microsoft.com/office/drawing/2014/main" id="{8DA3E388-27D0-B647-D5DA-9052D7EE9B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Striscia diagonale 16">
                <a:extLst>
                  <a:ext uri="{FF2B5EF4-FFF2-40B4-BE49-F238E27FC236}">
                    <a16:creationId xmlns:a16="http://schemas.microsoft.com/office/drawing/2014/main" id="{C94999F2-4DE5-8042-1AEC-10CEF5DEA5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Striscia diagonale 26">
                <a:extLst>
                  <a:ext uri="{FF2B5EF4-FFF2-40B4-BE49-F238E27FC236}">
                    <a16:creationId xmlns:a16="http://schemas.microsoft.com/office/drawing/2014/main" id="{B45E145B-911A-C640-FFEC-6E80F94947F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" name="Striscia diagonale 11">
              <a:extLst>
                <a:ext uri="{FF2B5EF4-FFF2-40B4-BE49-F238E27FC236}">
                  <a16:creationId xmlns:a16="http://schemas.microsoft.com/office/drawing/2014/main" id="{9F098C3D-FC70-6128-0BAC-E59672B43FD5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Striscia diagonale 12">
              <a:extLst>
                <a:ext uri="{FF2B5EF4-FFF2-40B4-BE49-F238E27FC236}">
                  <a16:creationId xmlns:a16="http://schemas.microsoft.com/office/drawing/2014/main" id="{206176C7-C4AD-1B05-0A70-9B50BA793C94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triscia diagonale 14">
              <a:extLst>
                <a:ext uri="{FF2B5EF4-FFF2-40B4-BE49-F238E27FC236}">
                  <a16:creationId xmlns:a16="http://schemas.microsoft.com/office/drawing/2014/main" id="{57D02FC1-A652-891D-9F91-94E87E51AEFE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86BCBF51-4343-9A79-D6F7-5FE1FAC74393}"/>
              </a:ext>
            </a:extLst>
          </p:cNvPr>
          <p:cNvGrpSpPr/>
          <p:nvPr/>
        </p:nvGrpSpPr>
        <p:grpSpPr>
          <a:xfrm>
            <a:off x="4497189" y="-694178"/>
            <a:ext cx="9659566" cy="9483472"/>
            <a:chOff x="-2664000" y="-4103764"/>
            <a:chExt cx="7637413" cy="7566226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9E6C737C-009A-5A5F-D6D9-682E746DEE5A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22" name="Striscia diagonale 21">
                <a:extLst>
                  <a:ext uri="{FF2B5EF4-FFF2-40B4-BE49-F238E27FC236}">
                    <a16:creationId xmlns:a16="http://schemas.microsoft.com/office/drawing/2014/main" id="{0B2DC09D-2CE3-70C8-5BB0-CF4B2011CA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Striscia diagonale 22">
                <a:extLst>
                  <a:ext uri="{FF2B5EF4-FFF2-40B4-BE49-F238E27FC236}">
                    <a16:creationId xmlns:a16="http://schemas.microsoft.com/office/drawing/2014/main" id="{DF79C583-9EFF-6ED3-7D84-6F63490E68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Striscia diagonale 23">
                <a:extLst>
                  <a:ext uri="{FF2B5EF4-FFF2-40B4-BE49-F238E27FC236}">
                    <a16:creationId xmlns:a16="http://schemas.microsoft.com/office/drawing/2014/main" id="{10D9D66A-3F7E-005A-674B-AE3E42C003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9" name="Striscia diagonale 18">
              <a:extLst>
                <a:ext uri="{FF2B5EF4-FFF2-40B4-BE49-F238E27FC236}">
                  <a16:creationId xmlns:a16="http://schemas.microsoft.com/office/drawing/2014/main" id="{9FED71F7-EFE1-D68F-809F-742558C3C063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Striscia diagonale 19">
              <a:extLst>
                <a:ext uri="{FF2B5EF4-FFF2-40B4-BE49-F238E27FC236}">
                  <a16:creationId xmlns:a16="http://schemas.microsoft.com/office/drawing/2014/main" id="{9FBC39FC-0832-7837-0268-BCC346D578E8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Striscia diagonale 20">
              <a:extLst>
                <a:ext uri="{FF2B5EF4-FFF2-40B4-BE49-F238E27FC236}">
                  <a16:creationId xmlns:a16="http://schemas.microsoft.com/office/drawing/2014/main" id="{0570666D-CD85-8C2E-3147-C23EC0A236FC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28" name="Immagine 27">
            <a:extLst>
              <a:ext uri="{FF2B5EF4-FFF2-40B4-BE49-F238E27FC236}">
                <a16:creationId xmlns:a16="http://schemas.microsoft.com/office/drawing/2014/main" id="{0F875DE4-649C-98BF-75C6-A73ABBB659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61748" y="4253987"/>
            <a:ext cx="798318" cy="798318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8FF7D849-B917-1FA6-079E-ECDF2A3ACFA9}"/>
              </a:ext>
            </a:extLst>
          </p:cNvPr>
          <p:cNvGrpSpPr/>
          <p:nvPr/>
        </p:nvGrpSpPr>
        <p:grpSpPr>
          <a:xfrm>
            <a:off x="423041" y="-34604"/>
            <a:ext cx="8297920" cy="703124"/>
            <a:chOff x="423041" y="-144605"/>
            <a:chExt cx="8297920" cy="703124"/>
          </a:xfrm>
        </p:grpSpPr>
        <p:sp>
          <p:nvSpPr>
            <p:cNvPr id="3" name="Parallelogramma 2">
              <a:extLst>
                <a:ext uri="{FF2B5EF4-FFF2-40B4-BE49-F238E27FC236}">
                  <a16:creationId xmlns:a16="http://schemas.microsoft.com/office/drawing/2014/main" id="{B724E4A0-8747-8EC7-1706-685A39531DB4}"/>
                </a:ext>
              </a:extLst>
            </p:cNvPr>
            <p:cNvSpPr/>
            <p:nvPr/>
          </p:nvSpPr>
          <p:spPr>
            <a:xfrm>
              <a:off x="2297564" y="-91129"/>
              <a:ext cx="6423397" cy="604391"/>
            </a:xfrm>
            <a:prstGeom prst="parallelogram">
              <a:avLst>
                <a:gd name="adj" fmla="val 102143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" name="Parallelogramma 3">
              <a:extLst>
                <a:ext uri="{FF2B5EF4-FFF2-40B4-BE49-F238E27FC236}">
                  <a16:creationId xmlns:a16="http://schemas.microsoft.com/office/drawing/2014/main" id="{5DCCC024-7A04-E838-5874-F4222E243A07}"/>
                </a:ext>
              </a:extLst>
            </p:cNvPr>
            <p:cNvSpPr/>
            <p:nvPr/>
          </p:nvSpPr>
          <p:spPr>
            <a:xfrm flipH="1">
              <a:off x="423043" y="-107768"/>
              <a:ext cx="6403643" cy="601793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Parallelogramma 4">
              <a:extLst>
                <a:ext uri="{FF2B5EF4-FFF2-40B4-BE49-F238E27FC236}">
                  <a16:creationId xmlns:a16="http://schemas.microsoft.com/office/drawing/2014/main" id="{4B0DE63B-FC26-D011-3F19-7C7B6351A834}"/>
                </a:ext>
              </a:extLst>
            </p:cNvPr>
            <p:cNvSpPr/>
            <p:nvPr/>
          </p:nvSpPr>
          <p:spPr>
            <a:xfrm flipH="1">
              <a:off x="584223" y="6834"/>
              <a:ext cx="7474832" cy="506696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Parallelogramma 5">
              <a:extLst>
                <a:ext uri="{FF2B5EF4-FFF2-40B4-BE49-F238E27FC236}">
                  <a16:creationId xmlns:a16="http://schemas.microsoft.com/office/drawing/2014/main" id="{AEB650A0-B04B-E2BD-D715-F5BF7D8B4A36}"/>
                </a:ext>
              </a:extLst>
            </p:cNvPr>
            <p:cNvSpPr/>
            <p:nvPr/>
          </p:nvSpPr>
          <p:spPr>
            <a:xfrm flipH="1">
              <a:off x="423041" y="-118621"/>
              <a:ext cx="5503491" cy="391484"/>
            </a:xfrm>
            <a:prstGeom prst="parallelogram">
              <a:avLst>
                <a:gd name="adj" fmla="val 112347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Parallelogramma 6">
              <a:extLst>
                <a:ext uri="{FF2B5EF4-FFF2-40B4-BE49-F238E27FC236}">
                  <a16:creationId xmlns:a16="http://schemas.microsoft.com/office/drawing/2014/main" id="{96F50B63-27AE-2096-F6B9-1A2A21E69B7B}"/>
                </a:ext>
              </a:extLst>
            </p:cNvPr>
            <p:cNvSpPr/>
            <p:nvPr/>
          </p:nvSpPr>
          <p:spPr>
            <a:xfrm flipH="1">
              <a:off x="1285929" y="-116974"/>
              <a:ext cx="6098711" cy="391484"/>
            </a:xfrm>
            <a:prstGeom prst="parallelogram">
              <a:avLst>
                <a:gd name="adj" fmla="val 65633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1F1389A1-ADEB-20DD-6F09-D1B36D614755}"/>
                </a:ext>
              </a:extLst>
            </p:cNvPr>
            <p:cNvSpPr txBox="1"/>
            <p:nvPr/>
          </p:nvSpPr>
          <p:spPr>
            <a:xfrm>
              <a:off x="2216923" y="-144605"/>
              <a:ext cx="2921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bg1"/>
                  </a:solidFill>
                  <a:latin typeface="Avenir Next Condensed" panose="020B0506020202020204" pitchFamily="34" charset="0"/>
                </a:rPr>
                <a:t>SQUADRA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24F22103-2C98-CDB8-5AD6-29CD70668EFA}"/>
                </a:ext>
              </a:extLst>
            </p:cNvPr>
            <p:cNvSpPr txBox="1"/>
            <p:nvPr/>
          </p:nvSpPr>
          <p:spPr>
            <a:xfrm>
              <a:off x="2216922" y="250742"/>
              <a:ext cx="2921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Avenir Next Condensed" panose="020B0506020202020204" pitchFamily="34" charset="0"/>
                </a:rPr>
                <a:t>SISTEMA DI GIOCO </a:t>
              </a:r>
              <a:r>
                <a:rPr lang="it-IT" sz="1400" b="1" dirty="0">
                  <a:latin typeface="Avenir Next Condensed Demi Bold" panose="020B0506020202020204" pitchFamily="34" charset="0"/>
                </a:rPr>
                <a:t>3-4-3</a:t>
              </a:r>
            </a:p>
          </p:txBody>
        </p:sp>
      </p:grpSp>
      <p:sp>
        <p:nvSpPr>
          <p:cNvPr id="25" name="Ovale 24">
            <a:extLst>
              <a:ext uri="{FF2B5EF4-FFF2-40B4-BE49-F238E27FC236}">
                <a16:creationId xmlns:a16="http://schemas.microsoft.com/office/drawing/2014/main" id="{B7665778-EAEE-7E01-CB24-9C235FB37174}"/>
              </a:ext>
            </a:extLst>
          </p:cNvPr>
          <p:cNvSpPr/>
          <p:nvPr/>
        </p:nvSpPr>
        <p:spPr>
          <a:xfrm>
            <a:off x="1269960" y="7337"/>
            <a:ext cx="839613" cy="839613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1BFF4984-7F29-CAE4-E658-E908ABF54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7638740" y="77480"/>
            <a:ext cx="363083" cy="46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4A8CFD47-623E-DB6D-17F1-1E228C42F403}"/>
              </a:ext>
            </a:extLst>
          </p:cNvPr>
          <p:cNvSpPr txBox="1"/>
          <p:nvPr/>
        </p:nvSpPr>
        <p:spPr>
          <a:xfrm>
            <a:off x="5344141" y="380345"/>
            <a:ext cx="204049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it-IT" sz="1200" dirty="0">
                <a:latin typeface="Avenir Next Condensed" panose="020B0506020202020204" pitchFamily="34" charset="0"/>
              </a:rPr>
              <a:t>COACH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Nome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Cognome</a:t>
            </a:r>
            <a:endParaRPr kumimoji="0" lang="it-IT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Condensed" panose="020B0506020202020204" pitchFamily="34" charset="0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A86B810C-62A3-8F1B-F759-70C5FB53B844}"/>
              </a:ext>
            </a:extLst>
          </p:cNvPr>
          <p:cNvGrpSpPr/>
          <p:nvPr/>
        </p:nvGrpSpPr>
        <p:grpSpPr>
          <a:xfrm>
            <a:off x="3841541" y="866949"/>
            <a:ext cx="1460066" cy="222843"/>
            <a:chOff x="3923267" y="734293"/>
            <a:chExt cx="1460066" cy="222843"/>
          </a:xfrm>
        </p:grpSpPr>
        <p:sp>
          <p:nvSpPr>
            <p:cNvPr id="32" name="Rettangolo con due angoli in diagonale arrotondati 31">
              <a:extLst>
                <a:ext uri="{FF2B5EF4-FFF2-40B4-BE49-F238E27FC236}">
                  <a16:creationId xmlns:a16="http://schemas.microsoft.com/office/drawing/2014/main" id="{BC5A267B-8274-47B8-C6D6-DC89986DAD5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0AE90300-B4D3-BEA7-17DC-EBFAD71FF62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GK2</a:t>
              </a:r>
            </a:p>
          </p:txBody>
        </p:sp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C7B66FDF-92CB-89CE-9A2F-4EA527BACD7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" name="Ovale 37">
                <a:extLst>
                  <a:ext uri="{FF2B5EF4-FFF2-40B4-BE49-F238E27FC236}">
                    <a16:creationId xmlns:a16="http://schemas.microsoft.com/office/drawing/2014/main" id="{30E2CFF4-A5A8-62B1-FEC8-D73448D6AD8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91393844-8BB5-0E48-3D9D-A71431677D3E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</a:t>
                </a:r>
              </a:p>
            </p:txBody>
          </p:sp>
        </p:grpSp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E8301E32-073B-8D63-3271-4054D309285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" name="Ovale 35">
                <a:extLst>
                  <a:ext uri="{FF2B5EF4-FFF2-40B4-BE49-F238E27FC236}">
                    <a16:creationId xmlns:a16="http://schemas.microsoft.com/office/drawing/2014/main" id="{4EE67AD4-97D4-AD0E-53B3-F6EB4EB5E7D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B8E38A59-4108-1F60-67B6-2C1C2CCF917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A5173036-3946-7F5A-88B9-3DD83E810213}"/>
              </a:ext>
            </a:extLst>
          </p:cNvPr>
          <p:cNvGrpSpPr/>
          <p:nvPr/>
        </p:nvGrpSpPr>
        <p:grpSpPr>
          <a:xfrm>
            <a:off x="5525515" y="1794324"/>
            <a:ext cx="1460066" cy="220379"/>
            <a:chOff x="3923267" y="734293"/>
            <a:chExt cx="1460066" cy="220379"/>
          </a:xfrm>
        </p:grpSpPr>
        <p:sp>
          <p:nvSpPr>
            <p:cNvPr id="41" name="Rettangolo con due angoli in diagonale arrotondati 40">
              <a:extLst>
                <a:ext uri="{FF2B5EF4-FFF2-40B4-BE49-F238E27FC236}">
                  <a16:creationId xmlns:a16="http://schemas.microsoft.com/office/drawing/2014/main" id="{EF453EB6-F43D-0034-F498-671D5D48F51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2" name="CasellaDiTesto 41">
              <a:extLst>
                <a:ext uri="{FF2B5EF4-FFF2-40B4-BE49-F238E27FC236}">
                  <a16:creationId xmlns:a16="http://schemas.microsoft.com/office/drawing/2014/main" id="{9DF2F4FB-C567-00DE-B61E-E57C2E1698FD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LCB1 188 Cm</a:t>
              </a:r>
            </a:p>
          </p:txBody>
        </p: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359E1600-F553-8875-B73A-62C1F49FCEC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7" name="Ovale 46">
                <a:extLst>
                  <a:ext uri="{FF2B5EF4-FFF2-40B4-BE49-F238E27FC236}">
                    <a16:creationId xmlns:a16="http://schemas.microsoft.com/office/drawing/2014/main" id="{9B053F8E-FD6A-47D3-047F-B4AA82232931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94D7DB2A-4052-96E8-CAB6-19F36131103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10</a:t>
                </a:r>
              </a:p>
            </p:txBody>
          </p:sp>
        </p:grpSp>
        <p:grpSp>
          <p:nvGrpSpPr>
            <p:cNvPr id="44" name="Gruppo 43">
              <a:extLst>
                <a:ext uri="{FF2B5EF4-FFF2-40B4-BE49-F238E27FC236}">
                  <a16:creationId xmlns:a16="http://schemas.microsoft.com/office/drawing/2014/main" id="{5C91EA13-9288-2DEA-E667-6683DCF0F28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5" name="Ovale 44">
                <a:extLst>
                  <a:ext uri="{FF2B5EF4-FFF2-40B4-BE49-F238E27FC236}">
                    <a16:creationId xmlns:a16="http://schemas.microsoft.com/office/drawing/2014/main" id="{9BFBF633-510A-FAEB-FC72-469FDD92F6C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DD10B293-7889-1503-7080-BBF9FE32B45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20B6F931-3256-46D1-86FE-634037F74C84}"/>
              </a:ext>
            </a:extLst>
          </p:cNvPr>
          <p:cNvGrpSpPr/>
          <p:nvPr/>
        </p:nvGrpSpPr>
        <p:grpSpPr>
          <a:xfrm>
            <a:off x="1184949" y="2906030"/>
            <a:ext cx="1460066" cy="220379"/>
            <a:chOff x="3923267" y="734293"/>
            <a:chExt cx="1460066" cy="220379"/>
          </a:xfrm>
        </p:grpSpPr>
        <p:sp>
          <p:nvSpPr>
            <p:cNvPr id="50" name="Rettangolo con due angoli in diagonale arrotondati 49">
              <a:extLst>
                <a:ext uri="{FF2B5EF4-FFF2-40B4-BE49-F238E27FC236}">
                  <a16:creationId xmlns:a16="http://schemas.microsoft.com/office/drawing/2014/main" id="{3145AFED-D402-1769-F5F0-FB0FB44B8E6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D48A8156-D0AE-DC36-5463-7565127684B8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RFB1 178 Cm</a:t>
              </a:r>
            </a:p>
          </p:txBody>
        </p:sp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52234054-047D-83E8-7F82-B246786D3C8D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56" name="Ovale 55">
                <a:extLst>
                  <a:ext uri="{FF2B5EF4-FFF2-40B4-BE49-F238E27FC236}">
                    <a16:creationId xmlns:a16="http://schemas.microsoft.com/office/drawing/2014/main" id="{BEBDC11D-FD6E-4F09-B6C3-9A9A55C1A25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262518AB-9CF6-15A7-D8D0-7F330E7C286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13</a:t>
                </a:r>
              </a:p>
            </p:txBody>
          </p:sp>
        </p:grpSp>
        <p:grpSp>
          <p:nvGrpSpPr>
            <p:cNvPr id="53" name="Gruppo 52">
              <a:extLst>
                <a:ext uri="{FF2B5EF4-FFF2-40B4-BE49-F238E27FC236}">
                  <a16:creationId xmlns:a16="http://schemas.microsoft.com/office/drawing/2014/main" id="{02F56EA5-4251-2FF5-0985-13D7A6B7199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54" name="Ovale 53">
                <a:extLst>
                  <a:ext uri="{FF2B5EF4-FFF2-40B4-BE49-F238E27FC236}">
                    <a16:creationId xmlns:a16="http://schemas.microsoft.com/office/drawing/2014/main" id="{2240D623-95A7-B744-7867-8A07A07B782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6CFBAAE8-9C75-0A42-556F-737B4D6EDEB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</a:p>
            </p:txBody>
          </p:sp>
        </p:grpSp>
      </p:grp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39C88EE1-718F-A741-BCEA-EE08ECBBFBA1}"/>
              </a:ext>
            </a:extLst>
          </p:cNvPr>
          <p:cNvGrpSpPr/>
          <p:nvPr/>
        </p:nvGrpSpPr>
        <p:grpSpPr>
          <a:xfrm>
            <a:off x="2223894" y="1788510"/>
            <a:ext cx="1460066" cy="220379"/>
            <a:chOff x="3923267" y="734293"/>
            <a:chExt cx="1460066" cy="220379"/>
          </a:xfrm>
        </p:grpSpPr>
        <p:sp>
          <p:nvSpPr>
            <p:cNvPr id="59" name="Rettangolo con due angoli in diagonale arrotondati 58">
              <a:extLst>
                <a:ext uri="{FF2B5EF4-FFF2-40B4-BE49-F238E27FC236}">
                  <a16:creationId xmlns:a16="http://schemas.microsoft.com/office/drawing/2014/main" id="{F51BA09A-421B-A5B0-0D03-8CAEC6DC118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B3F79A48-08DA-A036-9687-72B7A0AAFFEE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RCB1 184 Cm</a:t>
              </a:r>
            </a:p>
          </p:txBody>
        </p:sp>
        <p:grpSp>
          <p:nvGrpSpPr>
            <p:cNvPr id="61" name="Gruppo 60">
              <a:extLst>
                <a:ext uri="{FF2B5EF4-FFF2-40B4-BE49-F238E27FC236}">
                  <a16:creationId xmlns:a16="http://schemas.microsoft.com/office/drawing/2014/main" id="{A3041B25-C999-3C7C-A4C6-33DE99EE355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65" name="Ovale 64">
                <a:extLst>
                  <a:ext uri="{FF2B5EF4-FFF2-40B4-BE49-F238E27FC236}">
                    <a16:creationId xmlns:a16="http://schemas.microsoft.com/office/drawing/2014/main" id="{42A0FF4B-6A17-17BB-4E98-C066E58A809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6" name="CasellaDiTesto 65">
                <a:extLst>
                  <a:ext uri="{FF2B5EF4-FFF2-40B4-BE49-F238E27FC236}">
                    <a16:creationId xmlns:a16="http://schemas.microsoft.com/office/drawing/2014/main" id="{DB54664C-A084-CF39-AEE5-721F06F38B9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4</a:t>
                </a:r>
              </a:p>
            </p:txBody>
          </p:sp>
        </p:grpSp>
        <p:grpSp>
          <p:nvGrpSpPr>
            <p:cNvPr id="62" name="Gruppo 61">
              <a:extLst>
                <a:ext uri="{FF2B5EF4-FFF2-40B4-BE49-F238E27FC236}">
                  <a16:creationId xmlns:a16="http://schemas.microsoft.com/office/drawing/2014/main" id="{801A1B6F-C1B6-21D6-5393-28FF86254C5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63" name="Ovale 62">
                <a:extLst>
                  <a:ext uri="{FF2B5EF4-FFF2-40B4-BE49-F238E27FC236}">
                    <a16:creationId xmlns:a16="http://schemas.microsoft.com/office/drawing/2014/main" id="{7243F1E3-DE97-C30D-0A4A-D44648FB9C6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4" name="CasellaDiTesto 63">
                <a:extLst>
                  <a:ext uri="{FF2B5EF4-FFF2-40B4-BE49-F238E27FC236}">
                    <a16:creationId xmlns:a16="http://schemas.microsoft.com/office/drawing/2014/main" id="{B6347A91-F3E7-D2C4-5998-0F1A09D11F9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CBA43FF9-0B29-2969-786E-73E3433BCC6A}"/>
              </a:ext>
            </a:extLst>
          </p:cNvPr>
          <p:cNvGrpSpPr/>
          <p:nvPr/>
        </p:nvGrpSpPr>
        <p:grpSpPr>
          <a:xfrm>
            <a:off x="2223894" y="1982578"/>
            <a:ext cx="1460066" cy="222843"/>
            <a:chOff x="3923267" y="734293"/>
            <a:chExt cx="1460066" cy="222843"/>
          </a:xfrm>
        </p:grpSpPr>
        <p:sp>
          <p:nvSpPr>
            <p:cNvPr id="68" name="Rettangolo con due angoli in diagonale arrotondati 67">
              <a:extLst>
                <a:ext uri="{FF2B5EF4-FFF2-40B4-BE49-F238E27FC236}">
                  <a16:creationId xmlns:a16="http://schemas.microsoft.com/office/drawing/2014/main" id="{C73B4720-3EEC-B10E-C40A-FB726707E3F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9" name="CasellaDiTesto 68">
              <a:extLst>
                <a:ext uri="{FF2B5EF4-FFF2-40B4-BE49-F238E27FC236}">
                  <a16:creationId xmlns:a16="http://schemas.microsoft.com/office/drawing/2014/main" id="{B1EA4BFA-3B71-0825-4DCA-0414EA6AAA4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RCB2 184 Cm</a:t>
              </a:r>
            </a:p>
          </p:txBody>
        </p:sp>
        <p:grpSp>
          <p:nvGrpSpPr>
            <p:cNvPr id="70" name="Gruppo 69">
              <a:extLst>
                <a:ext uri="{FF2B5EF4-FFF2-40B4-BE49-F238E27FC236}">
                  <a16:creationId xmlns:a16="http://schemas.microsoft.com/office/drawing/2014/main" id="{4B27B666-3DEC-E217-F229-B9C5476A707D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74" name="Ovale 73">
                <a:extLst>
                  <a:ext uri="{FF2B5EF4-FFF2-40B4-BE49-F238E27FC236}">
                    <a16:creationId xmlns:a16="http://schemas.microsoft.com/office/drawing/2014/main" id="{370A308F-8A04-D4E3-C620-252923314E3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5" name="CasellaDiTesto 74">
                <a:extLst>
                  <a:ext uri="{FF2B5EF4-FFF2-40B4-BE49-F238E27FC236}">
                    <a16:creationId xmlns:a16="http://schemas.microsoft.com/office/drawing/2014/main" id="{60D94135-AA18-AC63-33C2-8BEE38DF053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5</a:t>
                </a:r>
              </a:p>
            </p:txBody>
          </p:sp>
        </p:grpSp>
        <p:grpSp>
          <p:nvGrpSpPr>
            <p:cNvPr id="71" name="Gruppo 70">
              <a:extLst>
                <a:ext uri="{FF2B5EF4-FFF2-40B4-BE49-F238E27FC236}">
                  <a16:creationId xmlns:a16="http://schemas.microsoft.com/office/drawing/2014/main" id="{0981F20A-965D-AAAE-6FC1-1C2607FEE6C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72" name="Ovale 71">
                <a:extLst>
                  <a:ext uri="{FF2B5EF4-FFF2-40B4-BE49-F238E27FC236}">
                    <a16:creationId xmlns:a16="http://schemas.microsoft.com/office/drawing/2014/main" id="{5B58E352-8503-B5DF-968B-3B2B94C23F4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3" name="CasellaDiTesto 72">
                <a:extLst>
                  <a:ext uri="{FF2B5EF4-FFF2-40B4-BE49-F238E27FC236}">
                    <a16:creationId xmlns:a16="http://schemas.microsoft.com/office/drawing/2014/main" id="{B2795E5E-2488-22B6-7B70-FD401570BA8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7E485CE1-E736-C4B8-7FEC-017B0BEE4E5B}"/>
              </a:ext>
            </a:extLst>
          </p:cNvPr>
          <p:cNvGrpSpPr/>
          <p:nvPr/>
        </p:nvGrpSpPr>
        <p:grpSpPr>
          <a:xfrm>
            <a:off x="3847679" y="1793510"/>
            <a:ext cx="1460066" cy="220379"/>
            <a:chOff x="3923267" y="734293"/>
            <a:chExt cx="1460066" cy="220379"/>
          </a:xfrm>
        </p:grpSpPr>
        <p:sp>
          <p:nvSpPr>
            <p:cNvPr id="77" name="Rettangolo con due angoli in diagonale arrotondati 76">
              <a:extLst>
                <a:ext uri="{FF2B5EF4-FFF2-40B4-BE49-F238E27FC236}">
                  <a16:creationId xmlns:a16="http://schemas.microsoft.com/office/drawing/2014/main" id="{7119B61E-75B4-F3DA-C0B4-B2CE5CADCC3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78" name="CasellaDiTesto 77">
              <a:extLst>
                <a:ext uri="{FF2B5EF4-FFF2-40B4-BE49-F238E27FC236}">
                  <a16:creationId xmlns:a16="http://schemas.microsoft.com/office/drawing/2014/main" id="{C442ABA6-06DA-A295-9F88-3488DC767EC8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CB1 185 Cm</a:t>
              </a:r>
            </a:p>
          </p:txBody>
        </p:sp>
        <p:grpSp>
          <p:nvGrpSpPr>
            <p:cNvPr id="79" name="Gruppo 78">
              <a:extLst>
                <a:ext uri="{FF2B5EF4-FFF2-40B4-BE49-F238E27FC236}">
                  <a16:creationId xmlns:a16="http://schemas.microsoft.com/office/drawing/2014/main" id="{4BEF0113-8C54-FCAB-534A-5D092FBB2A3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83" name="Ovale 82">
                <a:extLst>
                  <a:ext uri="{FF2B5EF4-FFF2-40B4-BE49-F238E27FC236}">
                    <a16:creationId xmlns:a16="http://schemas.microsoft.com/office/drawing/2014/main" id="{B28F5837-78CF-E3D8-08D7-EDB99611C88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4" name="CasellaDiTesto 83">
                <a:extLst>
                  <a:ext uri="{FF2B5EF4-FFF2-40B4-BE49-F238E27FC236}">
                    <a16:creationId xmlns:a16="http://schemas.microsoft.com/office/drawing/2014/main" id="{0D169827-49CE-ACC3-1F28-FF2322089E8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7</a:t>
                </a:r>
              </a:p>
            </p:txBody>
          </p:sp>
        </p:grpSp>
        <p:grpSp>
          <p:nvGrpSpPr>
            <p:cNvPr id="80" name="Gruppo 79">
              <a:extLst>
                <a:ext uri="{FF2B5EF4-FFF2-40B4-BE49-F238E27FC236}">
                  <a16:creationId xmlns:a16="http://schemas.microsoft.com/office/drawing/2014/main" id="{1AD9A985-AE41-40AD-3213-11E0F98C4A9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81" name="Ovale 80">
                <a:extLst>
                  <a:ext uri="{FF2B5EF4-FFF2-40B4-BE49-F238E27FC236}">
                    <a16:creationId xmlns:a16="http://schemas.microsoft.com/office/drawing/2014/main" id="{F12EB409-159A-4B20-D894-BB809A73F86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7988EFF0-7CBA-D93C-3471-F1EBDADCDD2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9873F695-D983-3D68-69E5-CFD8B193F1A3}"/>
              </a:ext>
            </a:extLst>
          </p:cNvPr>
          <p:cNvGrpSpPr/>
          <p:nvPr/>
        </p:nvGrpSpPr>
        <p:grpSpPr>
          <a:xfrm>
            <a:off x="3847679" y="1986702"/>
            <a:ext cx="1460066" cy="222843"/>
            <a:chOff x="3923267" y="734293"/>
            <a:chExt cx="1460066" cy="222843"/>
          </a:xfrm>
        </p:grpSpPr>
        <p:sp>
          <p:nvSpPr>
            <p:cNvPr id="86" name="Rettangolo con due angoli in diagonale arrotondati 85">
              <a:extLst>
                <a:ext uri="{FF2B5EF4-FFF2-40B4-BE49-F238E27FC236}">
                  <a16:creationId xmlns:a16="http://schemas.microsoft.com/office/drawing/2014/main" id="{978F0BD2-AE9D-2C3E-8B71-18EC1A9DBDD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87" name="CasellaDiTesto 86">
              <a:extLst>
                <a:ext uri="{FF2B5EF4-FFF2-40B4-BE49-F238E27FC236}">
                  <a16:creationId xmlns:a16="http://schemas.microsoft.com/office/drawing/2014/main" id="{BF39EA39-12F2-A67C-A481-CB27A9AFA81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CB2 194 Cm</a:t>
              </a:r>
            </a:p>
          </p:txBody>
        </p:sp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11F7142F-F492-3E7D-F7E9-7FC3288E3DD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92" name="Ovale 91">
                <a:extLst>
                  <a:ext uri="{FF2B5EF4-FFF2-40B4-BE49-F238E27FC236}">
                    <a16:creationId xmlns:a16="http://schemas.microsoft.com/office/drawing/2014/main" id="{8121DF44-F943-53A1-6C3D-5BBF9668A15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3" name="CasellaDiTesto 92">
                <a:extLst>
                  <a:ext uri="{FF2B5EF4-FFF2-40B4-BE49-F238E27FC236}">
                    <a16:creationId xmlns:a16="http://schemas.microsoft.com/office/drawing/2014/main" id="{0A75138A-F958-704A-B7D5-AD95D15CB47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8</a:t>
                </a:r>
              </a:p>
            </p:txBody>
          </p:sp>
        </p:grpSp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447D0353-C113-4832-AA58-EB7833DC9FA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90" name="Ovale 89">
                <a:extLst>
                  <a:ext uri="{FF2B5EF4-FFF2-40B4-BE49-F238E27FC236}">
                    <a16:creationId xmlns:a16="http://schemas.microsoft.com/office/drawing/2014/main" id="{F34BEA6E-2F09-CE7F-9CD7-AFF9035BE38C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1" name="CasellaDiTesto 90">
                <a:extLst>
                  <a:ext uri="{FF2B5EF4-FFF2-40B4-BE49-F238E27FC236}">
                    <a16:creationId xmlns:a16="http://schemas.microsoft.com/office/drawing/2014/main" id="{7E7AB7E6-2201-3BE0-E912-67CC29CC71D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31A04B83-0D9B-68A8-DFF0-783531B9F003}"/>
              </a:ext>
            </a:extLst>
          </p:cNvPr>
          <p:cNvGrpSpPr/>
          <p:nvPr/>
        </p:nvGrpSpPr>
        <p:grpSpPr>
          <a:xfrm>
            <a:off x="4623912" y="2906304"/>
            <a:ext cx="1460066" cy="220379"/>
            <a:chOff x="3923267" y="734293"/>
            <a:chExt cx="1460066" cy="220379"/>
          </a:xfrm>
        </p:grpSpPr>
        <p:sp>
          <p:nvSpPr>
            <p:cNvPr id="113" name="Rettangolo con due angoli in diagonale arrotondati 112">
              <a:extLst>
                <a:ext uri="{FF2B5EF4-FFF2-40B4-BE49-F238E27FC236}">
                  <a16:creationId xmlns:a16="http://schemas.microsoft.com/office/drawing/2014/main" id="{C40F0026-1F0E-9A05-CDEB-179CB0C5BB6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14" name="CasellaDiTesto 113">
              <a:extLst>
                <a:ext uri="{FF2B5EF4-FFF2-40B4-BE49-F238E27FC236}">
                  <a16:creationId xmlns:a16="http://schemas.microsoft.com/office/drawing/2014/main" id="{C6B6C6B1-119E-DDD0-B607-563D0E8F9F9D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LCM1 172 Cm</a:t>
              </a:r>
            </a:p>
          </p:txBody>
        </p:sp>
        <p:grpSp>
          <p:nvGrpSpPr>
            <p:cNvPr id="115" name="Gruppo 114">
              <a:extLst>
                <a:ext uri="{FF2B5EF4-FFF2-40B4-BE49-F238E27FC236}">
                  <a16:creationId xmlns:a16="http://schemas.microsoft.com/office/drawing/2014/main" id="{F4C1A3A9-3272-642A-7207-C4B7CB72726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19" name="Ovale 118">
                <a:extLst>
                  <a:ext uri="{FF2B5EF4-FFF2-40B4-BE49-F238E27FC236}">
                    <a16:creationId xmlns:a16="http://schemas.microsoft.com/office/drawing/2014/main" id="{7161C3BC-2857-CCD5-A8D5-AD2202D4C8C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0" name="CasellaDiTesto 119">
                <a:extLst>
                  <a:ext uri="{FF2B5EF4-FFF2-40B4-BE49-F238E27FC236}">
                    <a16:creationId xmlns:a16="http://schemas.microsoft.com/office/drawing/2014/main" id="{CAFEFD28-B635-6C62-9983-E17B9B8A56C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27</a:t>
                </a:r>
              </a:p>
            </p:txBody>
          </p:sp>
        </p:grpSp>
        <p:grpSp>
          <p:nvGrpSpPr>
            <p:cNvPr id="116" name="Gruppo 115">
              <a:extLst>
                <a:ext uri="{FF2B5EF4-FFF2-40B4-BE49-F238E27FC236}">
                  <a16:creationId xmlns:a16="http://schemas.microsoft.com/office/drawing/2014/main" id="{0E7837C0-7D43-489E-5545-AD915671D2E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17" name="Ovale 116">
                <a:extLst>
                  <a:ext uri="{FF2B5EF4-FFF2-40B4-BE49-F238E27FC236}">
                    <a16:creationId xmlns:a16="http://schemas.microsoft.com/office/drawing/2014/main" id="{E9DEB2AD-6D52-FC07-C0ED-C258DBC74AC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18" name="CasellaDiTesto 117">
                <a:extLst>
                  <a:ext uri="{FF2B5EF4-FFF2-40B4-BE49-F238E27FC236}">
                    <a16:creationId xmlns:a16="http://schemas.microsoft.com/office/drawing/2014/main" id="{33611367-8EBA-7F3C-A8B7-F156490954A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21" name="Gruppo 120">
            <a:extLst>
              <a:ext uri="{FF2B5EF4-FFF2-40B4-BE49-F238E27FC236}">
                <a16:creationId xmlns:a16="http://schemas.microsoft.com/office/drawing/2014/main" id="{F15C903E-317A-4A16-64B4-ADC68DE3C223}"/>
              </a:ext>
            </a:extLst>
          </p:cNvPr>
          <p:cNvGrpSpPr/>
          <p:nvPr/>
        </p:nvGrpSpPr>
        <p:grpSpPr>
          <a:xfrm>
            <a:off x="3083034" y="2905855"/>
            <a:ext cx="1460066" cy="220379"/>
            <a:chOff x="3923267" y="734293"/>
            <a:chExt cx="1460066" cy="220379"/>
          </a:xfrm>
        </p:grpSpPr>
        <p:sp>
          <p:nvSpPr>
            <p:cNvPr id="122" name="Rettangolo con due angoli in diagonale arrotondati 121">
              <a:extLst>
                <a:ext uri="{FF2B5EF4-FFF2-40B4-BE49-F238E27FC236}">
                  <a16:creationId xmlns:a16="http://schemas.microsoft.com/office/drawing/2014/main" id="{38476484-8716-4B11-D518-230F609CFF36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23" name="CasellaDiTesto 122">
              <a:extLst>
                <a:ext uri="{FF2B5EF4-FFF2-40B4-BE49-F238E27FC236}">
                  <a16:creationId xmlns:a16="http://schemas.microsoft.com/office/drawing/2014/main" id="{05E1C762-6790-BBB5-B4B5-EF54F2616819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RCM1 186 Cm</a:t>
              </a:r>
            </a:p>
          </p:txBody>
        </p:sp>
        <p:grpSp>
          <p:nvGrpSpPr>
            <p:cNvPr id="124" name="Gruppo 123">
              <a:extLst>
                <a:ext uri="{FF2B5EF4-FFF2-40B4-BE49-F238E27FC236}">
                  <a16:creationId xmlns:a16="http://schemas.microsoft.com/office/drawing/2014/main" id="{D6A4D9C3-A1A6-9578-0757-4581BFF3481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28" name="Ovale 127">
                <a:extLst>
                  <a:ext uri="{FF2B5EF4-FFF2-40B4-BE49-F238E27FC236}">
                    <a16:creationId xmlns:a16="http://schemas.microsoft.com/office/drawing/2014/main" id="{BCADC988-9D5C-400B-FE1F-99D6F66A3E6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9" name="CasellaDiTesto 128">
                <a:extLst>
                  <a:ext uri="{FF2B5EF4-FFF2-40B4-BE49-F238E27FC236}">
                    <a16:creationId xmlns:a16="http://schemas.microsoft.com/office/drawing/2014/main" id="{A8DE8B28-87DC-B7C7-42CE-677BC5F4E43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23</a:t>
                </a:r>
              </a:p>
            </p:txBody>
          </p:sp>
        </p:grpSp>
        <p:grpSp>
          <p:nvGrpSpPr>
            <p:cNvPr id="125" name="Gruppo 124">
              <a:extLst>
                <a:ext uri="{FF2B5EF4-FFF2-40B4-BE49-F238E27FC236}">
                  <a16:creationId xmlns:a16="http://schemas.microsoft.com/office/drawing/2014/main" id="{A3282C5A-631A-EB31-8430-56246D8B30E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26" name="Ovale 125">
                <a:extLst>
                  <a:ext uri="{FF2B5EF4-FFF2-40B4-BE49-F238E27FC236}">
                    <a16:creationId xmlns:a16="http://schemas.microsoft.com/office/drawing/2014/main" id="{0D3BE8BE-BBA8-98CC-3285-939C7CE2737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7" name="CasellaDiTesto 126">
                <a:extLst>
                  <a:ext uri="{FF2B5EF4-FFF2-40B4-BE49-F238E27FC236}">
                    <a16:creationId xmlns:a16="http://schemas.microsoft.com/office/drawing/2014/main" id="{CBBD7641-B93F-F9BA-14FB-2EE7E4B352E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0" name="Gruppo 129">
            <a:extLst>
              <a:ext uri="{FF2B5EF4-FFF2-40B4-BE49-F238E27FC236}">
                <a16:creationId xmlns:a16="http://schemas.microsoft.com/office/drawing/2014/main" id="{33A5B09B-7AF5-4A3E-4580-9DC78081DDB3}"/>
              </a:ext>
            </a:extLst>
          </p:cNvPr>
          <p:cNvGrpSpPr/>
          <p:nvPr/>
        </p:nvGrpSpPr>
        <p:grpSpPr>
          <a:xfrm>
            <a:off x="6533547" y="2901022"/>
            <a:ext cx="1460066" cy="220379"/>
            <a:chOff x="3923267" y="734293"/>
            <a:chExt cx="1460066" cy="220379"/>
          </a:xfrm>
        </p:grpSpPr>
        <p:sp>
          <p:nvSpPr>
            <p:cNvPr id="131" name="Rettangolo con due angoli in diagonale arrotondati 130">
              <a:extLst>
                <a:ext uri="{FF2B5EF4-FFF2-40B4-BE49-F238E27FC236}">
                  <a16:creationId xmlns:a16="http://schemas.microsoft.com/office/drawing/2014/main" id="{6356130E-9E37-1111-AD0F-31922898D65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32" name="CasellaDiTesto 131">
              <a:extLst>
                <a:ext uri="{FF2B5EF4-FFF2-40B4-BE49-F238E27FC236}">
                  <a16:creationId xmlns:a16="http://schemas.microsoft.com/office/drawing/2014/main" id="{C41CA3DE-8970-2331-1C50-4DA3783BB3A5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LFB1 183 Cm</a:t>
              </a:r>
            </a:p>
          </p:txBody>
        </p:sp>
        <p:grpSp>
          <p:nvGrpSpPr>
            <p:cNvPr id="133" name="Gruppo 132">
              <a:extLst>
                <a:ext uri="{FF2B5EF4-FFF2-40B4-BE49-F238E27FC236}">
                  <a16:creationId xmlns:a16="http://schemas.microsoft.com/office/drawing/2014/main" id="{B43DE5B3-610E-EF15-9FE9-C70BF78C4CE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37" name="Ovale 136">
                <a:extLst>
                  <a:ext uri="{FF2B5EF4-FFF2-40B4-BE49-F238E27FC236}">
                    <a16:creationId xmlns:a16="http://schemas.microsoft.com/office/drawing/2014/main" id="{CC097C8A-F41F-A9E6-ECC0-9DDA80CC128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8" name="CasellaDiTesto 137">
                <a:extLst>
                  <a:ext uri="{FF2B5EF4-FFF2-40B4-BE49-F238E27FC236}">
                    <a16:creationId xmlns:a16="http://schemas.microsoft.com/office/drawing/2014/main" id="{9498A4BE-D502-A5F8-73D0-8BDBCC02FE4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16</a:t>
                </a:r>
              </a:p>
            </p:txBody>
          </p:sp>
        </p:grpSp>
        <p:grpSp>
          <p:nvGrpSpPr>
            <p:cNvPr id="134" name="Gruppo 133">
              <a:extLst>
                <a:ext uri="{FF2B5EF4-FFF2-40B4-BE49-F238E27FC236}">
                  <a16:creationId xmlns:a16="http://schemas.microsoft.com/office/drawing/2014/main" id="{8F77A636-6AC1-1B8E-09D1-4C949FB0D05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35" name="Ovale 134">
                <a:extLst>
                  <a:ext uri="{FF2B5EF4-FFF2-40B4-BE49-F238E27FC236}">
                    <a16:creationId xmlns:a16="http://schemas.microsoft.com/office/drawing/2014/main" id="{AD317CE6-1BA5-DC94-0845-EF7BACF2B47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6" name="CasellaDiTesto 135">
                <a:extLst>
                  <a:ext uri="{FF2B5EF4-FFF2-40B4-BE49-F238E27FC236}">
                    <a16:creationId xmlns:a16="http://schemas.microsoft.com/office/drawing/2014/main" id="{B111A5B3-E362-DF39-09CF-E0211F1268D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9" name="Gruppo 138">
            <a:extLst>
              <a:ext uri="{FF2B5EF4-FFF2-40B4-BE49-F238E27FC236}">
                <a16:creationId xmlns:a16="http://schemas.microsoft.com/office/drawing/2014/main" id="{0A8B6BD3-5C0A-F9E4-F96B-13205725D554}"/>
              </a:ext>
            </a:extLst>
          </p:cNvPr>
          <p:cNvGrpSpPr/>
          <p:nvPr/>
        </p:nvGrpSpPr>
        <p:grpSpPr>
          <a:xfrm>
            <a:off x="1184949" y="3107222"/>
            <a:ext cx="1460066" cy="222843"/>
            <a:chOff x="3923267" y="734293"/>
            <a:chExt cx="1460066" cy="222843"/>
          </a:xfrm>
        </p:grpSpPr>
        <p:sp>
          <p:nvSpPr>
            <p:cNvPr id="140" name="Rettangolo con due angoli in diagonale arrotondati 139">
              <a:extLst>
                <a:ext uri="{FF2B5EF4-FFF2-40B4-BE49-F238E27FC236}">
                  <a16:creationId xmlns:a16="http://schemas.microsoft.com/office/drawing/2014/main" id="{C9820DE9-A54F-3859-9E3E-D07FD36C72C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41" name="CasellaDiTesto 140">
              <a:extLst>
                <a:ext uri="{FF2B5EF4-FFF2-40B4-BE49-F238E27FC236}">
                  <a16:creationId xmlns:a16="http://schemas.microsoft.com/office/drawing/2014/main" id="{6E74D6D4-FE88-E638-B08C-70656FACD95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RFB2 183 Cm</a:t>
              </a:r>
            </a:p>
          </p:txBody>
        </p:sp>
        <p:grpSp>
          <p:nvGrpSpPr>
            <p:cNvPr id="142" name="Gruppo 141">
              <a:extLst>
                <a:ext uri="{FF2B5EF4-FFF2-40B4-BE49-F238E27FC236}">
                  <a16:creationId xmlns:a16="http://schemas.microsoft.com/office/drawing/2014/main" id="{291D2DD1-65FA-1B01-41B2-1385CE17D4C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46" name="Ovale 145">
                <a:extLst>
                  <a:ext uri="{FF2B5EF4-FFF2-40B4-BE49-F238E27FC236}">
                    <a16:creationId xmlns:a16="http://schemas.microsoft.com/office/drawing/2014/main" id="{91DF6274-FFF6-319D-19DE-141EA39EC04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7" name="CasellaDiTesto 146">
                <a:extLst>
                  <a:ext uri="{FF2B5EF4-FFF2-40B4-BE49-F238E27FC236}">
                    <a16:creationId xmlns:a16="http://schemas.microsoft.com/office/drawing/2014/main" id="{64B588ED-25E6-8854-7E75-CCF5BE29249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14</a:t>
                </a:r>
              </a:p>
            </p:txBody>
          </p:sp>
        </p:grpSp>
        <p:grpSp>
          <p:nvGrpSpPr>
            <p:cNvPr id="143" name="Gruppo 142">
              <a:extLst>
                <a:ext uri="{FF2B5EF4-FFF2-40B4-BE49-F238E27FC236}">
                  <a16:creationId xmlns:a16="http://schemas.microsoft.com/office/drawing/2014/main" id="{C41682BC-91A6-6024-0A3A-93D8CDCAFC0A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44" name="Ovale 143">
                <a:extLst>
                  <a:ext uri="{FF2B5EF4-FFF2-40B4-BE49-F238E27FC236}">
                    <a16:creationId xmlns:a16="http://schemas.microsoft.com/office/drawing/2014/main" id="{139AF746-3ADA-CAA5-BED8-DBE001DA065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5" name="CasellaDiTesto 144">
                <a:extLst>
                  <a:ext uri="{FF2B5EF4-FFF2-40B4-BE49-F238E27FC236}">
                    <a16:creationId xmlns:a16="http://schemas.microsoft.com/office/drawing/2014/main" id="{B9568F5A-3D13-96D4-564D-C4CAC2B65F1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75" name="Gruppo 174">
            <a:extLst>
              <a:ext uri="{FF2B5EF4-FFF2-40B4-BE49-F238E27FC236}">
                <a16:creationId xmlns:a16="http://schemas.microsoft.com/office/drawing/2014/main" id="{DD922805-8568-CE1F-4E13-C9BD1D3DDF3A}"/>
              </a:ext>
            </a:extLst>
          </p:cNvPr>
          <p:cNvGrpSpPr/>
          <p:nvPr/>
        </p:nvGrpSpPr>
        <p:grpSpPr>
          <a:xfrm>
            <a:off x="4623912" y="3105870"/>
            <a:ext cx="1460066" cy="222843"/>
            <a:chOff x="3923267" y="734293"/>
            <a:chExt cx="1460066" cy="222843"/>
          </a:xfrm>
        </p:grpSpPr>
        <p:sp>
          <p:nvSpPr>
            <p:cNvPr id="176" name="Rettangolo con due angoli in diagonale arrotondati 175">
              <a:extLst>
                <a:ext uri="{FF2B5EF4-FFF2-40B4-BE49-F238E27FC236}">
                  <a16:creationId xmlns:a16="http://schemas.microsoft.com/office/drawing/2014/main" id="{C1F62890-1968-D490-190F-10B27330D38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77" name="CasellaDiTesto 176">
              <a:extLst>
                <a:ext uri="{FF2B5EF4-FFF2-40B4-BE49-F238E27FC236}">
                  <a16:creationId xmlns:a16="http://schemas.microsoft.com/office/drawing/2014/main" id="{BB017DB8-D95F-CA6B-3548-77884ACF7A88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LCM2 177 Cm</a:t>
              </a:r>
            </a:p>
          </p:txBody>
        </p:sp>
        <p:grpSp>
          <p:nvGrpSpPr>
            <p:cNvPr id="178" name="Gruppo 177">
              <a:extLst>
                <a:ext uri="{FF2B5EF4-FFF2-40B4-BE49-F238E27FC236}">
                  <a16:creationId xmlns:a16="http://schemas.microsoft.com/office/drawing/2014/main" id="{2DA356DA-1CDC-FFA7-0550-4CC70F46D62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82" name="Ovale 181">
                <a:extLst>
                  <a:ext uri="{FF2B5EF4-FFF2-40B4-BE49-F238E27FC236}">
                    <a16:creationId xmlns:a16="http://schemas.microsoft.com/office/drawing/2014/main" id="{A56AAF8C-820B-A3C5-45F7-56D9F02B254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3" name="CasellaDiTesto 182">
                <a:extLst>
                  <a:ext uri="{FF2B5EF4-FFF2-40B4-BE49-F238E27FC236}">
                    <a16:creationId xmlns:a16="http://schemas.microsoft.com/office/drawing/2014/main" id="{F8834AD3-6A7A-3FC8-F6F9-11CA3955BA1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28</a:t>
                </a:r>
              </a:p>
            </p:txBody>
          </p:sp>
        </p:grpSp>
        <p:grpSp>
          <p:nvGrpSpPr>
            <p:cNvPr id="179" name="Gruppo 178">
              <a:extLst>
                <a:ext uri="{FF2B5EF4-FFF2-40B4-BE49-F238E27FC236}">
                  <a16:creationId xmlns:a16="http://schemas.microsoft.com/office/drawing/2014/main" id="{FBCFDA5A-E8C0-0B61-1DC1-4618F2E3DD5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0" name="Ovale 179">
                <a:extLst>
                  <a:ext uri="{FF2B5EF4-FFF2-40B4-BE49-F238E27FC236}">
                    <a16:creationId xmlns:a16="http://schemas.microsoft.com/office/drawing/2014/main" id="{78A38F2C-510F-C462-B086-7FBD85B21CD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1" name="CasellaDiTesto 180">
                <a:extLst>
                  <a:ext uri="{FF2B5EF4-FFF2-40B4-BE49-F238E27FC236}">
                    <a16:creationId xmlns:a16="http://schemas.microsoft.com/office/drawing/2014/main" id="{0F6BE402-8BD9-2C26-D2A5-7240591F310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93" name="Gruppo 192">
            <a:extLst>
              <a:ext uri="{FF2B5EF4-FFF2-40B4-BE49-F238E27FC236}">
                <a16:creationId xmlns:a16="http://schemas.microsoft.com/office/drawing/2014/main" id="{C7456B65-6CF9-CE22-E6A7-EEB57652BD51}"/>
              </a:ext>
            </a:extLst>
          </p:cNvPr>
          <p:cNvGrpSpPr/>
          <p:nvPr/>
        </p:nvGrpSpPr>
        <p:grpSpPr>
          <a:xfrm>
            <a:off x="3841541" y="1055475"/>
            <a:ext cx="1460066" cy="222843"/>
            <a:chOff x="3923267" y="734293"/>
            <a:chExt cx="1460066" cy="222843"/>
          </a:xfrm>
        </p:grpSpPr>
        <p:sp>
          <p:nvSpPr>
            <p:cNvPr id="194" name="Rettangolo con due angoli in diagonale arrotondati 193">
              <a:extLst>
                <a:ext uri="{FF2B5EF4-FFF2-40B4-BE49-F238E27FC236}">
                  <a16:creationId xmlns:a16="http://schemas.microsoft.com/office/drawing/2014/main" id="{4B67515C-B8D9-146A-1B7E-54EB7246B08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95" name="CasellaDiTesto 194">
              <a:extLst>
                <a:ext uri="{FF2B5EF4-FFF2-40B4-BE49-F238E27FC236}">
                  <a16:creationId xmlns:a16="http://schemas.microsoft.com/office/drawing/2014/main" id="{94DAE8F1-8AD6-E80E-E3DE-C8205230119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GK3</a:t>
              </a:r>
            </a:p>
          </p:txBody>
        </p:sp>
        <p:grpSp>
          <p:nvGrpSpPr>
            <p:cNvPr id="196" name="Gruppo 195">
              <a:extLst>
                <a:ext uri="{FF2B5EF4-FFF2-40B4-BE49-F238E27FC236}">
                  <a16:creationId xmlns:a16="http://schemas.microsoft.com/office/drawing/2014/main" id="{108F053D-0184-2C5F-7E52-BE0B4A7AB40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0" name="Ovale 199">
                <a:extLst>
                  <a:ext uri="{FF2B5EF4-FFF2-40B4-BE49-F238E27FC236}">
                    <a16:creationId xmlns:a16="http://schemas.microsoft.com/office/drawing/2014/main" id="{75D9FDB6-E23F-1CAC-65C9-633780EBE9D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201" name="CasellaDiTesto 200">
                <a:extLst>
                  <a:ext uri="{FF2B5EF4-FFF2-40B4-BE49-F238E27FC236}">
                    <a16:creationId xmlns:a16="http://schemas.microsoft.com/office/drawing/2014/main" id="{BD8F476A-43DC-4294-DA2B-FB8F1C8528A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</a:t>
                </a:r>
              </a:p>
            </p:txBody>
          </p:sp>
        </p:grpSp>
        <p:grpSp>
          <p:nvGrpSpPr>
            <p:cNvPr id="197" name="Gruppo 196">
              <a:extLst>
                <a:ext uri="{FF2B5EF4-FFF2-40B4-BE49-F238E27FC236}">
                  <a16:creationId xmlns:a16="http://schemas.microsoft.com/office/drawing/2014/main" id="{E83B0DFE-F7B9-45E1-1941-342B12B5B26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98" name="Ovale 197">
                <a:extLst>
                  <a:ext uri="{FF2B5EF4-FFF2-40B4-BE49-F238E27FC236}">
                    <a16:creationId xmlns:a16="http://schemas.microsoft.com/office/drawing/2014/main" id="{CFF1C4C0-CF22-440E-49EB-718B04FEB0B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99" name="CasellaDiTesto 198">
                <a:extLst>
                  <a:ext uri="{FF2B5EF4-FFF2-40B4-BE49-F238E27FC236}">
                    <a16:creationId xmlns:a16="http://schemas.microsoft.com/office/drawing/2014/main" id="{16687F03-5B3B-12A0-A13F-8B904126584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02" name="Gruppo 201">
            <a:extLst>
              <a:ext uri="{FF2B5EF4-FFF2-40B4-BE49-F238E27FC236}">
                <a16:creationId xmlns:a16="http://schemas.microsoft.com/office/drawing/2014/main" id="{C1A996CC-8A41-EE32-7205-57EC232423C7}"/>
              </a:ext>
            </a:extLst>
          </p:cNvPr>
          <p:cNvGrpSpPr/>
          <p:nvPr/>
        </p:nvGrpSpPr>
        <p:grpSpPr>
          <a:xfrm>
            <a:off x="6533547" y="3095500"/>
            <a:ext cx="1460066" cy="222843"/>
            <a:chOff x="3923267" y="734293"/>
            <a:chExt cx="1460066" cy="222843"/>
          </a:xfrm>
        </p:grpSpPr>
        <p:sp>
          <p:nvSpPr>
            <p:cNvPr id="203" name="Rettangolo con due angoli in diagonale arrotondati 202">
              <a:extLst>
                <a:ext uri="{FF2B5EF4-FFF2-40B4-BE49-F238E27FC236}">
                  <a16:creationId xmlns:a16="http://schemas.microsoft.com/office/drawing/2014/main" id="{8B14F510-C998-4990-0B09-C5F1FC13C88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04" name="CasellaDiTesto 203">
              <a:extLst>
                <a:ext uri="{FF2B5EF4-FFF2-40B4-BE49-F238E27FC236}">
                  <a16:creationId xmlns:a16="http://schemas.microsoft.com/office/drawing/2014/main" id="{01892F01-63E8-2776-CDA1-70ECFDD4C35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LFB2 176 Cm</a:t>
              </a:r>
            </a:p>
          </p:txBody>
        </p:sp>
        <p:grpSp>
          <p:nvGrpSpPr>
            <p:cNvPr id="205" name="Gruppo 204">
              <a:extLst>
                <a:ext uri="{FF2B5EF4-FFF2-40B4-BE49-F238E27FC236}">
                  <a16:creationId xmlns:a16="http://schemas.microsoft.com/office/drawing/2014/main" id="{98B5BF05-2D2C-CF0F-F921-0705BE0F0CD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9" name="Ovale 208">
                <a:extLst>
                  <a:ext uri="{FF2B5EF4-FFF2-40B4-BE49-F238E27FC236}">
                    <a16:creationId xmlns:a16="http://schemas.microsoft.com/office/drawing/2014/main" id="{36CE352A-0255-A8CD-806F-A0DA444FBA7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0" name="CasellaDiTesto 209">
                <a:extLst>
                  <a:ext uri="{FF2B5EF4-FFF2-40B4-BE49-F238E27FC236}">
                    <a16:creationId xmlns:a16="http://schemas.microsoft.com/office/drawing/2014/main" id="{EEC71E78-D026-C4E0-6D8C-F562785093DC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17</a:t>
                </a:r>
              </a:p>
            </p:txBody>
          </p:sp>
        </p:grpSp>
        <p:grpSp>
          <p:nvGrpSpPr>
            <p:cNvPr id="206" name="Gruppo 205">
              <a:extLst>
                <a:ext uri="{FF2B5EF4-FFF2-40B4-BE49-F238E27FC236}">
                  <a16:creationId xmlns:a16="http://schemas.microsoft.com/office/drawing/2014/main" id="{65E7C4F3-1461-E5D1-845E-2C8FBF6A13C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07" name="Ovale 206">
                <a:extLst>
                  <a:ext uri="{FF2B5EF4-FFF2-40B4-BE49-F238E27FC236}">
                    <a16:creationId xmlns:a16="http://schemas.microsoft.com/office/drawing/2014/main" id="{6301BA79-0BBD-8E0C-2A84-1479F7CA7EC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08" name="CasellaDiTesto 207">
                <a:extLst>
                  <a:ext uri="{FF2B5EF4-FFF2-40B4-BE49-F238E27FC236}">
                    <a16:creationId xmlns:a16="http://schemas.microsoft.com/office/drawing/2014/main" id="{9D154FD5-D512-A9A9-ABC9-52C8D0A3D55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11" name="Picture 2">
            <a:extLst>
              <a:ext uri="{FF2B5EF4-FFF2-40B4-BE49-F238E27FC236}">
                <a16:creationId xmlns:a16="http://schemas.microsoft.com/office/drawing/2014/main" id="{33B4402A-2051-8240-9AB9-BF4C14604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1518203" y="139143"/>
            <a:ext cx="343125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uppo 211">
            <a:extLst>
              <a:ext uri="{FF2B5EF4-FFF2-40B4-BE49-F238E27FC236}">
                <a16:creationId xmlns:a16="http://schemas.microsoft.com/office/drawing/2014/main" id="{196B00B1-3EBE-EF52-85F6-64EF1DFCEFD3}"/>
              </a:ext>
            </a:extLst>
          </p:cNvPr>
          <p:cNvGrpSpPr/>
          <p:nvPr/>
        </p:nvGrpSpPr>
        <p:grpSpPr>
          <a:xfrm>
            <a:off x="3841541" y="680888"/>
            <a:ext cx="1460066" cy="220379"/>
            <a:chOff x="3923267" y="734293"/>
            <a:chExt cx="1460066" cy="220379"/>
          </a:xfrm>
        </p:grpSpPr>
        <p:sp>
          <p:nvSpPr>
            <p:cNvPr id="213" name="Rettangolo con due angoli in diagonale arrotondati 212">
              <a:extLst>
                <a:ext uri="{FF2B5EF4-FFF2-40B4-BE49-F238E27FC236}">
                  <a16:creationId xmlns:a16="http://schemas.microsoft.com/office/drawing/2014/main" id="{F51D81DE-C889-F009-78EE-9B1A0F0DE93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14" name="CasellaDiTesto 213">
              <a:extLst>
                <a:ext uri="{FF2B5EF4-FFF2-40B4-BE49-F238E27FC236}">
                  <a16:creationId xmlns:a16="http://schemas.microsoft.com/office/drawing/2014/main" id="{3B79D462-0753-BA08-697E-DCFBB41DC808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GK1</a:t>
              </a:r>
            </a:p>
          </p:txBody>
        </p:sp>
        <p:grpSp>
          <p:nvGrpSpPr>
            <p:cNvPr id="215" name="Gruppo 214">
              <a:extLst>
                <a:ext uri="{FF2B5EF4-FFF2-40B4-BE49-F238E27FC236}">
                  <a16:creationId xmlns:a16="http://schemas.microsoft.com/office/drawing/2014/main" id="{4193D700-E267-C962-24A3-C540FADC88D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19" name="Ovale 218">
                <a:extLst>
                  <a:ext uri="{FF2B5EF4-FFF2-40B4-BE49-F238E27FC236}">
                    <a16:creationId xmlns:a16="http://schemas.microsoft.com/office/drawing/2014/main" id="{771F11D5-72D9-6667-7176-64685B2B125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0" name="CasellaDiTesto 219">
                <a:extLst>
                  <a:ext uri="{FF2B5EF4-FFF2-40B4-BE49-F238E27FC236}">
                    <a16:creationId xmlns:a16="http://schemas.microsoft.com/office/drawing/2014/main" id="{C3B3E4A4-BB63-7B2E-C2DD-03ACBEE6A3F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</a:t>
                </a:r>
              </a:p>
            </p:txBody>
          </p:sp>
        </p:grpSp>
        <p:grpSp>
          <p:nvGrpSpPr>
            <p:cNvPr id="216" name="Gruppo 215">
              <a:extLst>
                <a:ext uri="{FF2B5EF4-FFF2-40B4-BE49-F238E27FC236}">
                  <a16:creationId xmlns:a16="http://schemas.microsoft.com/office/drawing/2014/main" id="{504297E7-502F-EFCA-0893-CC5FE4DB6BE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17" name="Ovale 216">
                <a:extLst>
                  <a:ext uri="{FF2B5EF4-FFF2-40B4-BE49-F238E27FC236}">
                    <a16:creationId xmlns:a16="http://schemas.microsoft.com/office/drawing/2014/main" id="{F7E7540D-904C-9039-39EB-25B4E8EF7C3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8" name="CasellaDiTesto 217">
                <a:extLst>
                  <a:ext uri="{FF2B5EF4-FFF2-40B4-BE49-F238E27FC236}">
                    <a16:creationId xmlns:a16="http://schemas.microsoft.com/office/drawing/2014/main" id="{8E9AF2EC-88B5-322E-DDF0-26249C2FABD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21" name="Gruppo 220">
            <a:extLst>
              <a:ext uri="{FF2B5EF4-FFF2-40B4-BE49-F238E27FC236}">
                <a16:creationId xmlns:a16="http://schemas.microsoft.com/office/drawing/2014/main" id="{BEF95DAE-FFEA-295B-3805-E655BDB4926D}"/>
              </a:ext>
            </a:extLst>
          </p:cNvPr>
          <p:cNvGrpSpPr/>
          <p:nvPr/>
        </p:nvGrpSpPr>
        <p:grpSpPr>
          <a:xfrm>
            <a:off x="5525515" y="1984232"/>
            <a:ext cx="1460066" cy="222843"/>
            <a:chOff x="3923267" y="734293"/>
            <a:chExt cx="1460066" cy="222843"/>
          </a:xfrm>
        </p:grpSpPr>
        <p:sp>
          <p:nvSpPr>
            <p:cNvPr id="222" name="Rettangolo con due angoli in diagonale arrotondati 221">
              <a:extLst>
                <a:ext uri="{FF2B5EF4-FFF2-40B4-BE49-F238E27FC236}">
                  <a16:creationId xmlns:a16="http://schemas.microsoft.com/office/drawing/2014/main" id="{25F942D3-8198-6374-0EC0-E4114852D0E6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23" name="CasellaDiTesto 222">
              <a:extLst>
                <a:ext uri="{FF2B5EF4-FFF2-40B4-BE49-F238E27FC236}">
                  <a16:creationId xmlns:a16="http://schemas.microsoft.com/office/drawing/2014/main" id="{21AD4BD2-04FA-B627-11A2-1EF89D86C231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LCB2 182 Cm</a:t>
              </a:r>
            </a:p>
          </p:txBody>
        </p:sp>
        <p:grpSp>
          <p:nvGrpSpPr>
            <p:cNvPr id="224" name="Gruppo 223">
              <a:extLst>
                <a:ext uri="{FF2B5EF4-FFF2-40B4-BE49-F238E27FC236}">
                  <a16:creationId xmlns:a16="http://schemas.microsoft.com/office/drawing/2014/main" id="{6A9246A1-58F6-D8AB-98A0-C3502981AC8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28" name="Ovale 227">
                <a:extLst>
                  <a:ext uri="{FF2B5EF4-FFF2-40B4-BE49-F238E27FC236}">
                    <a16:creationId xmlns:a16="http://schemas.microsoft.com/office/drawing/2014/main" id="{F4BE7E46-33A1-74B4-EF3C-E81F4FA675C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9" name="CasellaDiTesto 228">
                <a:extLst>
                  <a:ext uri="{FF2B5EF4-FFF2-40B4-BE49-F238E27FC236}">
                    <a16:creationId xmlns:a16="http://schemas.microsoft.com/office/drawing/2014/main" id="{98C1B343-A948-BEF7-766C-EF865E895B29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11</a:t>
                </a:r>
              </a:p>
            </p:txBody>
          </p:sp>
        </p:grpSp>
        <p:grpSp>
          <p:nvGrpSpPr>
            <p:cNvPr id="225" name="Gruppo 224">
              <a:extLst>
                <a:ext uri="{FF2B5EF4-FFF2-40B4-BE49-F238E27FC236}">
                  <a16:creationId xmlns:a16="http://schemas.microsoft.com/office/drawing/2014/main" id="{73019AAB-EC3C-30CB-C30A-D4CE7FCA6E4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26" name="Ovale 225">
                <a:extLst>
                  <a:ext uri="{FF2B5EF4-FFF2-40B4-BE49-F238E27FC236}">
                    <a16:creationId xmlns:a16="http://schemas.microsoft.com/office/drawing/2014/main" id="{514EE37B-5B42-0A40-DBC5-21C0A4DE309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7" name="CasellaDiTesto 226">
                <a:extLst>
                  <a:ext uri="{FF2B5EF4-FFF2-40B4-BE49-F238E27FC236}">
                    <a16:creationId xmlns:a16="http://schemas.microsoft.com/office/drawing/2014/main" id="{8C6C2E85-B1FA-E3FB-29D3-07B2463DECD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30" name="Gruppo 229">
            <a:extLst>
              <a:ext uri="{FF2B5EF4-FFF2-40B4-BE49-F238E27FC236}">
                <a16:creationId xmlns:a16="http://schemas.microsoft.com/office/drawing/2014/main" id="{2DB6A419-CBA3-A8ED-D4C3-FD444DB91BAD}"/>
              </a:ext>
            </a:extLst>
          </p:cNvPr>
          <p:cNvGrpSpPr/>
          <p:nvPr/>
        </p:nvGrpSpPr>
        <p:grpSpPr>
          <a:xfrm>
            <a:off x="3083034" y="3105571"/>
            <a:ext cx="1460066" cy="222843"/>
            <a:chOff x="3923267" y="734293"/>
            <a:chExt cx="1460066" cy="222843"/>
          </a:xfrm>
        </p:grpSpPr>
        <p:sp>
          <p:nvSpPr>
            <p:cNvPr id="231" name="Rettangolo con due angoli in diagonale arrotondati 230">
              <a:extLst>
                <a:ext uri="{FF2B5EF4-FFF2-40B4-BE49-F238E27FC236}">
                  <a16:creationId xmlns:a16="http://schemas.microsoft.com/office/drawing/2014/main" id="{620BE287-CEBB-4B01-2147-A915C7B3D26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32" name="CasellaDiTesto 231">
              <a:extLst>
                <a:ext uri="{FF2B5EF4-FFF2-40B4-BE49-F238E27FC236}">
                  <a16:creationId xmlns:a16="http://schemas.microsoft.com/office/drawing/2014/main" id="{552B0B6E-1306-339B-9DCD-53D3DB027305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RCM2 181 Cm</a:t>
              </a:r>
            </a:p>
          </p:txBody>
        </p:sp>
        <p:grpSp>
          <p:nvGrpSpPr>
            <p:cNvPr id="233" name="Gruppo 232">
              <a:extLst>
                <a:ext uri="{FF2B5EF4-FFF2-40B4-BE49-F238E27FC236}">
                  <a16:creationId xmlns:a16="http://schemas.microsoft.com/office/drawing/2014/main" id="{A6849134-55BD-9F28-E800-0D899D268D0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37" name="Ovale 236">
                <a:extLst>
                  <a:ext uri="{FF2B5EF4-FFF2-40B4-BE49-F238E27FC236}">
                    <a16:creationId xmlns:a16="http://schemas.microsoft.com/office/drawing/2014/main" id="{EC5D5590-82BC-C817-902E-512CB458194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8" name="CasellaDiTesto 237">
                <a:extLst>
                  <a:ext uri="{FF2B5EF4-FFF2-40B4-BE49-F238E27FC236}">
                    <a16:creationId xmlns:a16="http://schemas.microsoft.com/office/drawing/2014/main" id="{06E0B7FC-460F-21AD-3012-9CB9A6F7FAEE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24</a:t>
                </a:r>
              </a:p>
            </p:txBody>
          </p:sp>
        </p:grpSp>
        <p:grpSp>
          <p:nvGrpSpPr>
            <p:cNvPr id="234" name="Gruppo 233">
              <a:extLst>
                <a:ext uri="{FF2B5EF4-FFF2-40B4-BE49-F238E27FC236}">
                  <a16:creationId xmlns:a16="http://schemas.microsoft.com/office/drawing/2014/main" id="{1FBF66E2-C46E-FD21-0755-8D811C4D885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35" name="Ovale 234">
                <a:extLst>
                  <a:ext uri="{FF2B5EF4-FFF2-40B4-BE49-F238E27FC236}">
                    <a16:creationId xmlns:a16="http://schemas.microsoft.com/office/drawing/2014/main" id="{2BF90284-BFA1-2049-4567-012CFF1FCE7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6" name="CasellaDiTesto 235">
                <a:extLst>
                  <a:ext uri="{FF2B5EF4-FFF2-40B4-BE49-F238E27FC236}">
                    <a16:creationId xmlns:a16="http://schemas.microsoft.com/office/drawing/2014/main" id="{D069ECAB-4891-4131-9009-960DDE38758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48" name="Gruppo 247">
            <a:extLst>
              <a:ext uri="{FF2B5EF4-FFF2-40B4-BE49-F238E27FC236}">
                <a16:creationId xmlns:a16="http://schemas.microsoft.com/office/drawing/2014/main" id="{2B479157-BBC7-1B0C-49C4-93ADC91D6689}"/>
              </a:ext>
            </a:extLst>
          </p:cNvPr>
          <p:cNvGrpSpPr/>
          <p:nvPr/>
        </p:nvGrpSpPr>
        <p:grpSpPr>
          <a:xfrm>
            <a:off x="4623912" y="3307900"/>
            <a:ext cx="1460066" cy="222843"/>
            <a:chOff x="3923267" y="734293"/>
            <a:chExt cx="1460066" cy="222843"/>
          </a:xfrm>
        </p:grpSpPr>
        <p:sp>
          <p:nvSpPr>
            <p:cNvPr id="249" name="Rettangolo con due angoli in diagonale arrotondati 248">
              <a:extLst>
                <a:ext uri="{FF2B5EF4-FFF2-40B4-BE49-F238E27FC236}">
                  <a16:creationId xmlns:a16="http://schemas.microsoft.com/office/drawing/2014/main" id="{38175796-4401-EF56-6210-D21AC7E8811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0" name="CasellaDiTesto 249">
              <a:extLst>
                <a:ext uri="{FF2B5EF4-FFF2-40B4-BE49-F238E27FC236}">
                  <a16:creationId xmlns:a16="http://schemas.microsoft.com/office/drawing/2014/main" id="{29FDBFCA-0913-DF81-9FB8-CC8A8D8E6E25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LCM3 186 Cm</a:t>
              </a:r>
            </a:p>
          </p:txBody>
        </p:sp>
        <p:grpSp>
          <p:nvGrpSpPr>
            <p:cNvPr id="251" name="Gruppo 250">
              <a:extLst>
                <a:ext uri="{FF2B5EF4-FFF2-40B4-BE49-F238E27FC236}">
                  <a16:creationId xmlns:a16="http://schemas.microsoft.com/office/drawing/2014/main" id="{6F740A48-DA00-693B-8723-CB4E4B53E73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55" name="Ovale 254">
                <a:extLst>
                  <a:ext uri="{FF2B5EF4-FFF2-40B4-BE49-F238E27FC236}">
                    <a16:creationId xmlns:a16="http://schemas.microsoft.com/office/drawing/2014/main" id="{388C430C-9652-5EEC-2958-C8C400B4C2E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6" name="CasellaDiTesto 255">
                <a:extLst>
                  <a:ext uri="{FF2B5EF4-FFF2-40B4-BE49-F238E27FC236}">
                    <a16:creationId xmlns:a16="http://schemas.microsoft.com/office/drawing/2014/main" id="{396D5AA6-13FD-8A28-2706-0349E6A5EF8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29</a:t>
                </a:r>
              </a:p>
            </p:txBody>
          </p:sp>
        </p:grpSp>
        <p:grpSp>
          <p:nvGrpSpPr>
            <p:cNvPr id="252" name="Gruppo 251">
              <a:extLst>
                <a:ext uri="{FF2B5EF4-FFF2-40B4-BE49-F238E27FC236}">
                  <a16:creationId xmlns:a16="http://schemas.microsoft.com/office/drawing/2014/main" id="{6A79CEB8-E357-376E-E79C-7AC774F0379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53" name="Ovale 252">
                <a:extLst>
                  <a:ext uri="{FF2B5EF4-FFF2-40B4-BE49-F238E27FC236}">
                    <a16:creationId xmlns:a16="http://schemas.microsoft.com/office/drawing/2014/main" id="{8D8CF93C-D5B5-9CEE-0791-83E599ADF39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4" name="CasellaDiTesto 253">
                <a:extLst>
                  <a:ext uri="{FF2B5EF4-FFF2-40B4-BE49-F238E27FC236}">
                    <a16:creationId xmlns:a16="http://schemas.microsoft.com/office/drawing/2014/main" id="{CD71227C-C39A-318A-DADD-5BD3857B135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57" name="Gruppo 256">
            <a:extLst>
              <a:ext uri="{FF2B5EF4-FFF2-40B4-BE49-F238E27FC236}">
                <a16:creationId xmlns:a16="http://schemas.microsoft.com/office/drawing/2014/main" id="{B3971083-7F37-62B0-72A1-7ED93E29178F}"/>
              </a:ext>
            </a:extLst>
          </p:cNvPr>
          <p:cNvGrpSpPr/>
          <p:nvPr/>
        </p:nvGrpSpPr>
        <p:grpSpPr>
          <a:xfrm>
            <a:off x="3083034" y="3307751"/>
            <a:ext cx="1460066" cy="222843"/>
            <a:chOff x="3923267" y="734293"/>
            <a:chExt cx="1460066" cy="222843"/>
          </a:xfrm>
        </p:grpSpPr>
        <p:sp>
          <p:nvSpPr>
            <p:cNvPr id="258" name="Rettangolo con due angoli in diagonale arrotondati 257">
              <a:extLst>
                <a:ext uri="{FF2B5EF4-FFF2-40B4-BE49-F238E27FC236}">
                  <a16:creationId xmlns:a16="http://schemas.microsoft.com/office/drawing/2014/main" id="{C3A0E46E-EBAA-3C5C-A331-B4971F24D80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9" name="CasellaDiTesto 258">
              <a:extLst>
                <a:ext uri="{FF2B5EF4-FFF2-40B4-BE49-F238E27FC236}">
                  <a16:creationId xmlns:a16="http://schemas.microsoft.com/office/drawing/2014/main" id="{4BC08C72-D3C0-8E8B-D1D4-C8AE093F881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RCM3 185 Cm</a:t>
              </a:r>
            </a:p>
          </p:txBody>
        </p:sp>
        <p:grpSp>
          <p:nvGrpSpPr>
            <p:cNvPr id="260" name="Gruppo 259">
              <a:extLst>
                <a:ext uri="{FF2B5EF4-FFF2-40B4-BE49-F238E27FC236}">
                  <a16:creationId xmlns:a16="http://schemas.microsoft.com/office/drawing/2014/main" id="{2AE70B65-81A6-A2DA-1F0C-999B41FC3BE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64" name="Ovale 263">
                <a:extLst>
                  <a:ext uri="{FF2B5EF4-FFF2-40B4-BE49-F238E27FC236}">
                    <a16:creationId xmlns:a16="http://schemas.microsoft.com/office/drawing/2014/main" id="{F7CD4C1B-A5BD-6524-9663-3C1C334A41D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5" name="CasellaDiTesto 264">
                <a:extLst>
                  <a:ext uri="{FF2B5EF4-FFF2-40B4-BE49-F238E27FC236}">
                    <a16:creationId xmlns:a16="http://schemas.microsoft.com/office/drawing/2014/main" id="{016B9C0D-DD7D-D094-6545-B63C7E1843FC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25</a:t>
                </a:r>
              </a:p>
            </p:txBody>
          </p:sp>
        </p:grpSp>
        <p:grpSp>
          <p:nvGrpSpPr>
            <p:cNvPr id="261" name="Gruppo 260">
              <a:extLst>
                <a:ext uri="{FF2B5EF4-FFF2-40B4-BE49-F238E27FC236}">
                  <a16:creationId xmlns:a16="http://schemas.microsoft.com/office/drawing/2014/main" id="{8C96D019-16B2-683F-0859-72ADA678E4E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62" name="Ovale 261">
                <a:extLst>
                  <a:ext uri="{FF2B5EF4-FFF2-40B4-BE49-F238E27FC236}">
                    <a16:creationId xmlns:a16="http://schemas.microsoft.com/office/drawing/2014/main" id="{C03AA7CB-6365-90D7-C5B6-A717C9DDEBC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3" name="CasellaDiTesto 262">
                <a:extLst>
                  <a:ext uri="{FF2B5EF4-FFF2-40B4-BE49-F238E27FC236}">
                    <a16:creationId xmlns:a16="http://schemas.microsoft.com/office/drawing/2014/main" id="{54F990E0-E5B6-B200-961E-23B1E3A5CF89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66" name="Picture 2">
            <a:extLst>
              <a:ext uri="{FF2B5EF4-FFF2-40B4-BE49-F238E27FC236}">
                <a16:creationId xmlns:a16="http://schemas.microsoft.com/office/drawing/2014/main" id="{504E0EC6-8926-69D0-7CDC-1FD4C16A7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988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4">
            <a:extLst>
              <a:ext uri="{FF2B5EF4-FFF2-40B4-BE49-F238E27FC236}">
                <a16:creationId xmlns:a16="http://schemas.microsoft.com/office/drawing/2014/main" id="{BFC2D502-2DBE-951B-CCC9-888D5DA61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296" y="1594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6">
            <a:extLst>
              <a:ext uri="{FF2B5EF4-FFF2-40B4-BE49-F238E27FC236}">
                <a16:creationId xmlns:a16="http://schemas.microsoft.com/office/drawing/2014/main" id="{58AEF581-A949-E703-05B2-5FF1B66F0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34" y="23841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Picture 12">
            <a:extLst>
              <a:ext uri="{FF2B5EF4-FFF2-40B4-BE49-F238E27FC236}">
                <a16:creationId xmlns:a16="http://schemas.microsoft.com/office/drawing/2014/main" id="{9C5D4736-D29B-5A14-4CFE-48BEADA57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753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Picture 14">
            <a:extLst>
              <a:ext uri="{FF2B5EF4-FFF2-40B4-BE49-F238E27FC236}">
                <a16:creationId xmlns:a16="http://schemas.microsoft.com/office/drawing/2014/main" id="{57AB215D-08F0-E87D-0437-4E62378DD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778" y="23841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Picture 18">
            <a:extLst>
              <a:ext uri="{FF2B5EF4-FFF2-40B4-BE49-F238E27FC236}">
                <a16:creationId xmlns:a16="http://schemas.microsoft.com/office/drawing/2014/main" id="{7094E8B5-7590-F74A-46F0-C4B0575A5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013" y="126493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Picture 20">
            <a:extLst>
              <a:ext uri="{FF2B5EF4-FFF2-40B4-BE49-F238E27FC236}">
                <a16:creationId xmlns:a16="http://schemas.microsoft.com/office/drawing/2014/main" id="{A2B4883C-086C-AF8B-518E-4F2EB3635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866" y="238454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Picture 22">
            <a:extLst>
              <a:ext uri="{FF2B5EF4-FFF2-40B4-BE49-F238E27FC236}">
                <a16:creationId xmlns:a16="http://schemas.microsoft.com/office/drawing/2014/main" id="{CACAF046-B830-05DF-EFD8-6EA1B148D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141" y="23841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6" name="Gruppo 285">
            <a:extLst>
              <a:ext uri="{FF2B5EF4-FFF2-40B4-BE49-F238E27FC236}">
                <a16:creationId xmlns:a16="http://schemas.microsoft.com/office/drawing/2014/main" id="{7FA6A5A9-665D-9812-F9A5-039BF5B843B4}"/>
              </a:ext>
            </a:extLst>
          </p:cNvPr>
          <p:cNvGrpSpPr/>
          <p:nvPr/>
        </p:nvGrpSpPr>
        <p:grpSpPr>
          <a:xfrm>
            <a:off x="2223894" y="2179111"/>
            <a:ext cx="1460066" cy="222843"/>
            <a:chOff x="3923267" y="734293"/>
            <a:chExt cx="1460066" cy="222843"/>
          </a:xfrm>
        </p:grpSpPr>
        <p:sp>
          <p:nvSpPr>
            <p:cNvPr id="287" name="Rettangolo con due angoli in diagonale arrotondati 286">
              <a:extLst>
                <a:ext uri="{FF2B5EF4-FFF2-40B4-BE49-F238E27FC236}">
                  <a16:creationId xmlns:a16="http://schemas.microsoft.com/office/drawing/2014/main" id="{0904A5DB-33D9-3F0D-C83C-1CA7032A811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88" name="CasellaDiTesto 287">
              <a:extLst>
                <a:ext uri="{FF2B5EF4-FFF2-40B4-BE49-F238E27FC236}">
                  <a16:creationId xmlns:a16="http://schemas.microsoft.com/office/drawing/2014/main" id="{803826F2-12C6-61E6-8592-4EA1AB30DAB5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RCB3 184 Cm</a:t>
              </a:r>
            </a:p>
          </p:txBody>
        </p:sp>
        <p:grpSp>
          <p:nvGrpSpPr>
            <p:cNvPr id="289" name="Gruppo 288">
              <a:extLst>
                <a:ext uri="{FF2B5EF4-FFF2-40B4-BE49-F238E27FC236}">
                  <a16:creationId xmlns:a16="http://schemas.microsoft.com/office/drawing/2014/main" id="{A3B07309-5FCB-AC8C-0626-BFA75FFAA30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93" name="Ovale 292">
                <a:extLst>
                  <a:ext uri="{FF2B5EF4-FFF2-40B4-BE49-F238E27FC236}">
                    <a16:creationId xmlns:a16="http://schemas.microsoft.com/office/drawing/2014/main" id="{41BEA076-0B47-5960-2BC1-BD064987640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4" name="CasellaDiTesto 293">
                <a:extLst>
                  <a:ext uri="{FF2B5EF4-FFF2-40B4-BE49-F238E27FC236}">
                    <a16:creationId xmlns:a16="http://schemas.microsoft.com/office/drawing/2014/main" id="{07CA8011-D628-8F9F-C638-4E0AA106723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6</a:t>
                </a:r>
              </a:p>
            </p:txBody>
          </p:sp>
        </p:grpSp>
        <p:grpSp>
          <p:nvGrpSpPr>
            <p:cNvPr id="290" name="Gruppo 289">
              <a:extLst>
                <a:ext uri="{FF2B5EF4-FFF2-40B4-BE49-F238E27FC236}">
                  <a16:creationId xmlns:a16="http://schemas.microsoft.com/office/drawing/2014/main" id="{DD354026-6DE2-E01F-1795-968B3E35B1C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91" name="Ovale 290">
                <a:extLst>
                  <a:ext uri="{FF2B5EF4-FFF2-40B4-BE49-F238E27FC236}">
                    <a16:creationId xmlns:a16="http://schemas.microsoft.com/office/drawing/2014/main" id="{469B9A2B-BEE3-45C0-8270-3A116CAF3A0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2" name="CasellaDiTesto 291">
                <a:extLst>
                  <a:ext uri="{FF2B5EF4-FFF2-40B4-BE49-F238E27FC236}">
                    <a16:creationId xmlns:a16="http://schemas.microsoft.com/office/drawing/2014/main" id="{B1A50A2C-98A1-9938-4A1B-0115B339BCE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95" name="Gruppo 294">
            <a:extLst>
              <a:ext uri="{FF2B5EF4-FFF2-40B4-BE49-F238E27FC236}">
                <a16:creationId xmlns:a16="http://schemas.microsoft.com/office/drawing/2014/main" id="{55AEE46E-1537-1594-2E98-333849388715}"/>
              </a:ext>
            </a:extLst>
          </p:cNvPr>
          <p:cNvGrpSpPr/>
          <p:nvPr/>
        </p:nvGrpSpPr>
        <p:grpSpPr>
          <a:xfrm>
            <a:off x="3847679" y="2182358"/>
            <a:ext cx="1460066" cy="222843"/>
            <a:chOff x="3923267" y="734293"/>
            <a:chExt cx="1460066" cy="222843"/>
          </a:xfrm>
        </p:grpSpPr>
        <p:sp>
          <p:nvSpPr>
            <p:cNvPr id="296" name="Rettangolo con due angoli in diagonale arrotondati 295">
              <a:extLst>
                <a:ext uri="{FF2B5EF4-FFF2-40B4-BE49-F238E27FC236}">
                  <a16:creationId xmlns:a16="http://schemas.microsoft.com/office/drawing/2014/main" id="{63D29ADB-F7AE-8C20-9F1B-8246CEA58959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97" name="CasellaDiTesto 296">
              <a:extLst>
                <a:ext uri="{FF2B5EF4-FFF2-40B4-BE49-F238E27FC236}">
                  <a16:creationId xmlns:a16="http://schemas.microsoft.com/office/drawing/2014/main" id="{3CCE9156-C0AA-9C26-7415-8B4F032907F2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CB3 194 Cm</a:t>
              </a:r>
            </a:p>
          </p:txBody>
        </p:sp>
        <p:grpSp>
          <p:nvGrpSpPr>
            <p:cNvPr id="298" name="Gruppo 297">
              <a:extLst>
                <a:ext uri="{FF2B5EF4-FFF2-40B4-BE49-F238E27FC236}">
                  <a16:creationId xmlns:a16="http://schemas.microsoft.com/office/drawing/2014/main" id="{B4603F41-D9A9-401D-69AA-FE6CEE19FB7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02" name="Ovale 301">
                <a:extLst>
                  <a:ext uri="{FF2B5EF4-FFF2-40B4-BE49-F238E27FC236}">
                    <a16:creationId xmlns:a16="http://schemas.microsoft.com/office/drawing/2014/main" id="{3D971C33-9CD4-70AB-8C13-32C62A662F5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3" name="CasellaDiTesto 302">
                <a:extLst>
                  <a:ext uri="{FF2B5EF4-FFF2-40B4-BE49-F238E27FC236}">
                    <a16:creationId xmlns:a16="http://schemas.microsoft.com/office/drawing/2014/main" id="{B8100A87-1FB3-0B2B-E5BE-5243BBDD0FB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9</a:t>
                </a:r>
              </a:p>
            </p:txBody>
          </p:sp>
        </p:grpSp>
        <p:grpSp>
          <p:nvGrpSpPr>
            <p:cNvPr id="299" name="Gruppo 298">
              <a:extLst>
                <a:ext uri="{FF2B5EF4-FFF2-40B4-BE49-F238E27FC236}">
                  <a16:creationId xmlns:a16="http://schemas.microsoft.com/office/drawing/2014/main" id="{EE138393-63CF-56E7-DCA9-F75C2E09A65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00" name="Ovale 299">
                <a:extLst>
                  <a:ext uri="{FF2B5EF4-FFF2-40B4-BE49-F238E27FC236}">
                    <a16:creationId xmlns:a16="http://schemas.microsoft.com/office/drawing/2014/main" id="{7131F13E-1879-E087-85FA-DAA302648B6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1" name="CasellaDiTesto 300">
                <a:extLst>
                  <a:ext uri="{FF2B5EF4-FFF2-40B4-BE49-F238E27FC236}">
                    <a16:creationId xmlns:a16="http://schemas.microsoft.com/office/drawing/2014/main" id="{7F39FB20-A42B-71F7-6B24-38D4943BE9B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04" name="Gruppo 303">
            <a:extLst>
              <a:ext uri="{FF2B5EF4-FFF2-40B4-BE49-F238E27FC236}">
                <a16:creationId xmlns:a16="http://schemas.microsoft.com/office/drawing/2014/main" id="{54D92356-4A13-3D9F-89F8-2746B7AAC0D9}"/>
              </a:ext>
            </a:extLst>
          </p:cNvPr>
          <p:cNvGrpSpPr/>
          <p:nvPr/>
        </p:nvGrpSpPr>
        <p:grpSpPr>
          <a:xfrm>
            <a:off x="5525515" y="2176603"/>
            <a:ext cx="1460066" cy="222843"/>
            <a:chOff x="3923267" y="734293"/>
            <a:chExt cx="1460066" cy="222843"/>
          </a:xfrm>
        </p:grpSpPr>
        <p:sp>
          <p:nvSpPr>
            <p:cNvPr id="305" name="Rettangolo con due angoli in diagonale arrotondati 304">
              <a:extLst>
                <a:ext uri="{FF2B5EF4-FFF2-40B4-BE49-F238E27FC236}">
                  <a16:creationId xmlns:a16="http://schemas.microsoft.com/office/drawing/2014/main" id="{7C9B745E-B9E3-E9F1-CC75-403EED3D000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06" name="CasellaDiTesto 305">
              <a:extLst>
                <a:ext uri="{FF2B5EF4-FFF2-40B4-BE49-F238E27FC236}">
                  <a16:creationId xmlns:a16="http://schemas.microsoft.com/office/drawing/2014/main" id="{82DF612C-54B0-0682-927B-6EC5E8F41C1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LCB3 194 Cm</a:t>
              </a:r>
            </a:p>
          </p:txBody>
        </p:sp>
        <p:grpSp>
          <p:nvGrpSpPr>
            <p:cNvPr id="307" name="Gruppo 306">
              <a:extLst>
                <a:ext uri="{FF2B5EF4-FFF2-40B4-BE49-F238E27FC236}">
                  <a16:creationId xmlns:a16="http://schemas.microsoft.com/office/drawing/2014/main" id="{0AE2BC4A-1095-EDF5-464D-325859673A3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11" name="Ovale 310">
                <a:extLst>
                  <a:ext uri="{FF2B5EF4-FFF2-40B4-BE49-F238E27FC236}">
                    <a16:creationId xmlns:a16="http://schemas.microsoft.com/office/drawing/2014/main" id="{93A5916A-D3C4-750F-8329-9E3E7AFF3CD9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2" name="CasellaDiTesto 311">
                <a:extLst>
                  <a:ext uri="{FF2B5EF4-FFF2-40B4-BE49-F238E27FC236}">
                    <a16:creationId xmlns:a16="http://schemas.microsoft.com/office/drawing/2014/main" id="{48A6845F-B237-B1BC-5F31-2FB77666E99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12</a:t>
                </a:r>
              </a:p>
            </p:txBody>
          </p:sp>
        </p:grpSp>
        <p:grpSp>
          <p:nvGrpSpPr>
            <p:cNvPr id="308" name="Gruppo 307">
              <a:extLst>
                <a:ext uri="{FF2B5EF4-FFF2-40B4-BE49-F238E27FC236}">
                  <a16:creationId xmlns:a16="http://schemas.microsoft.com/office/drawing/2014/main" id="{A8592605-E0B3-5BB3-4757-87AF357B675A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09" name="Ovale 308">
                <a:extLst>
                  <a:ext uri="{FF2B5EF4-FFF2-40B4-BE49-F238E27FC236}">
                    <a16:creationId xmlns:a16="http://schemas.microsoft.com/office/drawing/2014/main" id="{9385E9BE-1630-3BF3-9963-C642E6B4B51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0" name="CasellaDiTesto 309">
                <a:extLst>
                  <a:ext uri="{FF2B5EF4-FFF2-40B4-BE49-F238E27FC236}">
                    <a16:creationId xmlns:a16="http://schemas.microsoft.com/office/drawing/2014/main" id="{F6379DC7-A869-6762-CA40-5270FDB92AD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22" name="Gruppo 321">
            <a:extLst>
              <a:ext uri="{FF2B5EF4-FFF2-40B4-BE49-F238E27FC236}">
                <a16:creationId xmlns:a16="http://schemas.microsoft.com/office/drawing/2014/main" id="{FA73C02C-100A-BF32-8D42-047B7A4E7E0D}"/>
              </a:ext>
            </a:extLst>
          </p:cNvPr>
          <p:cNvGrpSpPr/>
          <p:nvPr/>
        </p:nvGrpSpPr>
        <p:grpSpPr>
          <a:xfrm>
            <a:off x="1184949" y="3310878"/>
            <a:ext cx="1460066" cy="222843"/>
            <a:chOff x="3923267" y="734293"/>
            <a:chExt cx="1460066" cy="222843"/>
          </a:xfrm>
        </p:grpSpPr>
        <p:sp>
          <p:nvSpPr>
            <p:cNvPr id="323" name="Rettangolo con due angoli in diagonale arrotondati 322">
              <a:extLst>
                <a:ext uri="{FF2B5EF4-FFF2-40B4-BE49-F238E27FC236}">
                  <a16:creationId xmlns:a16="http://schemas.microsoft.com/office/drawing/2014/main" id="{26E73FD5-FB12-8A0D-67D2-43337568163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24" name="CasellaDiTesto 323">
              <a:extLst>
                <a:ext uri="{FF2B5EF4-FFF2-40B4-BE49-F238E27FC236}">
                  <a16:creationId xmlns:a16="http://schemas.microsoft.com/office/drawing/2014/main" id="{52479D44-9CF0-528D-2FC2-BABFD94DC768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RFB3 185 Cm</a:t>
              </a:r>
            </a:p>
          </p:txBody>
        </p:sp>
        <p:grpSp>
          <p:nvGrpSpPr>
            <p:cNvPr id="325" name="Gruppo 324">
              <a:extLst>
                <a:ext uri="{FF2B5EF4-FFF2-40B4-BE49-F238E27FC236}">
                  <a16:creationId xmlns:a16="http://schemas.microsoft.com/office/drawing/2014/main" id="{3BCCF96C-F34D-121F-30E5-83CE9585B9C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29" name="Ovale 328">
                <a:extLst>
                  <a:ext uri="{FF2B5EF4-FFF2-40B4-BE49-F238E27FC236}">
                    <a16:creationId xmlns:a16="http://schemas.microsoft.com/office/drawing/2014/main" id="{C0FAB569-85EE-B0AE-9BCA-BF2C6461B5EC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0" name="CasellaDiTesto 329">
                <a:extLst>
                  <a:ext uri="{FF2B5EF4-FFF2-40B4-BE49-F238E27FC236}">
                    <a16:creationId xmlns:a16="http://schemas.microsoft.com/office/drawing/2014/main" id="{63B2F0CE-EBF0-DE2B-7EB4-DD87B9E8278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15</a:t>
                </a:r>
              </a:p>
            </p:txBody>
          </p:sp>
        </p:grpSp>
        <p:grpSp>
          <p:nvGrpSpPr>
            <p:cNvPr id="326" name="Gruppo 325">
              <a:extLst>
                <a:ext uri="{FF2B5EF4-FFF2-40B4-BE49-F238E27FC236}">
                  <a16:creationId xmlns:a16="http://schemas.microsoft.com/office/drawing/2014/main" id="{B90E5998-062F-554A-2A27-C8D6B19FF13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27" name="Ovale 326">
                <a:extLst>
                  <a:ext uri="{FF2B5EF4-FFF2-40B4-BE49-F238E27FC236}">
                    <a16:creationId xmlns:a16="http://schemas.microsoft.com/office/drawing/2014/main" id="{24D7BAD2-8308-CE1F-F0DD-C871DBE7745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28" name="CasellaDiTesto 327">
                <a:extLst>
                  <a:ext uri="{FF2B5EF4-FFF2-40B4-BE49-F238E27FC236}">
                    <a16:creationId xmlns:a16="http://schemas.microsoft.com/office/drawing/2014/main" id="{FD534D77-833F-3D76-4215-390469D33E6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31" name="Gruppo 330">
            <a:extLst>
              <a:ext uri="{FF2B5EF4-FFF2-40B4-BE49-F238E27FC236}">
                <a16:creationId xmlns:a16="http://schemas.microsoft.com/office/drawing/2014/main" id="{4A598A4D-211D-708B-EB79-D096EC0CEBE2}"/>
              </a:ext>
            </a:extLst>
          </p:cNvPr>
          <p:cNvGrpSpPr/>
          <p:nvPr/>
        </p:nvGrpSpPr>
        <p:grpSpPr>
          <a:xfrm>
            <a:off x="6533547" y="3292443"/>
            <a:ext cx="1460066" cy="222843"/>
            <a:chOff x="3923267" y="734293"/>
            <a:chExt cx="1460066" cy="222843"/>
          </a:xfrm>
        </p:grpSpPr>
        <p:sp>
          <p:nvSpPr>
            <p:cNvPr id="332" name="Rettangolo con due angoli in diagonale arrotondati 331">
              <a:extLst>
                <a:ext uri="{FF2B5EF4-FFF2-40B4-BE49-F238E27FC236}">
                  <a16:creationId xmlns:a16="http://schemas.microsoft.com/office/drawing/2014/main" id="{28DAB870-1907-9B22-3BFA-0B5758AC614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3" name="CasellaDiTesto 332">
              <a:extLst>
                <a:ext uri="{FF2B5EF4-FFF2-40B4-BE49-F238E27FC236}">
                  <a16:creationId xmlns:a16="http://schemas.microsoft.com/office/drawing/2014/main" id="{CC9ECEF7-394A-1294-A254-A0F62A36CB7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LFB3 185 Cm</a:t>
              </a:r>
            </a:p>
          </p:txBody>
        </p:sp>
        <p:grpSp>
          <p:nvGrpSpPr>
            <p:cNvPr id="334" name="Gruppo 333">
              <a:extLst>
                <a:ext uri="{FF2B5EF4-FFF2-40B4-BE49-F238E27FC236}">
                  <a16:creationId xmlns:a16="http://schemas.microsoft.com/office/drawing/2014/main" id="{DC24D94E-6936-3672-4902-0B7031E130AD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38" name="Ovale 337">
                <a:extLst>
                  <a:ext uri="{FF2B5EF4-FFF2-40B4-BE49-F238E27FC236}">
                    <a16:creationId xmlns:a16="http://schemas.microsoft.com/office/drawing/2014/main" id="{5E24834B-D04C-7C9A-2090-F30A9844852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9" name="CasellaDiTesto 338">
                <a:extLst>
                  <a:ext uri="{FF2B5EF4-FFF2-40B4-BE49-F238E27FC236}">
                    <a16:creationId xmlns:a16="http://schemas.microsoft.com/office/drawing/2014/main" id="{1D7AACBC-23DB-4B36-3121-5C66A18FB05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18</a:t>
                </a:r>
              </a:p>
            </p:txBody>
          </p:sp>
        </p:grpSp>
        <p:grpSp>
          <p:nvGrpSpPr>
            <p:cNvPr id="335" name="Gruppo 334">
              <a:extLst>
                <a:ext uri="{FF2B5EF4-FFF2-40B4-BE49-F238E27FC236}">
                  <a16:creationId xmlns:a16="http://schemas.microsoft.com/office/drawing/2014/main" id="{46DA7D5D-20B8-7A02-4A9E-7A499AB828E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36" name="Ovale 335">
                <a:extLst>
                  <a:ext uri="{FF2B5EF4-FFF2-40B4-BE49-F238E27FC236}">
                    <a16:creationId xmlns:a16="http://schemas.microsoft.com/office/drawing/2014/main" id="{0B1E26F2-81E6-F365-2007-B2ADA548661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7" name="CasellaDiTesto 336">
                <a:extLst>
                  <a:ext uri="{FF2B5EF4-FFF2-40B4-BE49-F238E27FC236}">
                    <a16:creationId xmlns:a16="http://schemas.microsoft.com/office/drawing/2014/main" id="{D55E7B9A-A0C1-BCCA-B049-3A7BFEA1AA7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40" name="Gruppo 339">
            <a:extLst>
              <a:ext uri="{FF2B5EF4-FFF2-40B4-BE49-F238E27FC236}">
                <a16:creationId xmlns:a16="http://schemas.microsoft.com/office/drawing/2014/main" id="{FFA8EF26-7D54-9AFD-D495-3DDB0880ECBE}"/>
              </a:ext>
            </a:extLst>
          </p:cNvPr>
          <p:cNvGrpSpPr/>
          <p:nvPr/>
        </p:nvGrpSpPr>
        <p:grpSpPr>
          <a:xfrm>
            <a:off x="3083034" y="3509931"/>
            <a:ext cx="1460066" cy="222843"/>
            <a:chOff x="3923267" y="734293"/>
            <a:chExt cx="1460066" cy="222843"/>
          </a:xfrm>
        </p:grpSpPr>
        <p:sp>
          <p:nvSpPr>
            <p:cNvPr id="341" name="Rettangolo con due angoli in diagonale arrotondati 340">
              <a:extLst>
                <a:ext uri="{FF2B5EF4-FFF2-40B4-BE49-F238E27FC236}">
                  <a16:creationId xmlns:a16="http://schemas.microsoft.com/office/drawing/2014/main" id="{482E5641-E652-2BF4-4F78-F347B8E80C6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42" name="CasellaDiTesto 341">
              <a:extLst>
                <a:ext uri="{FF2B5EF4-FFF2-40B4-BE49-F238E27FC236}">
                  <a16:creationId xmlns:a16="http://schemas.microsoft.com/office/drawing/2014/main" id="{4B2F25FA-86E0-FB89-96DA-E9309813BF1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RCM4 185 Cm</a:t>
              </a:r>
            </a:p>
          </p:txBody>
        </p:sp>
        <p:grpSp>
          <p:nvGrpSpPr>
            <p:cNvPr id="343" name="Gruppo 342">
              <a:extLst>
                <a:ext uri="{FF2B5EF4-FFF2-40B4-BE49-F238E27FC236}">
                  <a16:creationId xmlns:a16="http://schemas.microsoft.com/office/drawing/2014/main" id="{8B52E3DF-BEAA-731A-D07D-42CC0FA73F9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47" name="Ovale 346">
                <a:extLst>
                  <a:ext uri="{FF2B5EF4-FFF2-40B4-BE49-F238E27FC236}">
                    <a16:creationId xmlns:a16="http://schemas.microsoft.com/office/drawing/2014/main" id="{2DAE014F-7E9E-8040-DD0A-E46D22C3094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8" name="CasellaDiTesto 347">
                <a:extLst>
                  <a:ext uri="{FF2B5EF4-FFF2-40B4-BE49-F238E27FC236}">
                    <a16:creationId xmlns:a16="http://schemas.microsoft.com/office/drawing/2014/main" id="{F34F2038-76DE-362D-644A-F48963370F56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26</a:t>
                </a:r>
              </a:p>
            </p:txBody>
          </p:sp>
        </p:grpSp>
        <p:grpSp>
          <p:nvGrpSpPr>
            <p:cNvPr id="344" name="Gruppo 343">
              <a:extLst>
                <a:ext uri="{FF2B5EF4-FFF2-40B4-BE49-F238E27FC236}">
                  <a16:creationId xmlns:a16="http://schemas.microsoft.com/office/drawing/2014/main" id="{2D8955EB-E904-F545-A07B-5DEC34323EB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45" name="Ovale 344">
                <a:extLst>
                  <a:ext uri="{FF2B5EF4-FFF2-40B4-BE49-F238E27FC236}">
                    <a16:creationId xmlns:a16="http://schemas.microsoft.com/office/drawing/2014/main" id="{55098174-E353-D60D-119B-5D908E92511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6" name="CasellaDiTesto 345">
                <a:extLst>
                  <a:ext uri="{FF2B5EF4-FFF2-40B4-BE49-F238E27FC236}">
                    <a16:creationId xmlns:a16="http://schemas.microsoft.com/office/drawing/2014/main" id="{1D0B5B05-7909-29EB-9A2D-19E14822695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49" name="Gruppo 348">
            <a:extLst>
              <a:ext uri="{FF2B5EF4-FFF2-40B4-BE49-F238E27FC236}">
                <a16:creationId xmlns:a16="http://schemas.microsoft.com/office/drawing/2014/main" id="{9615B5D2-9208-E121-BC1C-2A242BF64211}"/>
              </a:ext>
            </a:extLst>
          </p:cNvPr>
          <p:cNvGrpSpPr/>
          <p:nvPr/>
        </p:nvGrpSpPr>
        <p:grpSpPr>
          <a:xfrm>
            <a:off x="4623912" y="3509931"/>
            <a:ext cx="1460066" cy="222843"/>
            <a:chOff x="3923267" y="734293"/>
            <a:chExt cx="1460066" cy="222843"/>
          </a:xfrm>
        </p:grpSpPr>
        <p:sp>
          <p:nvSpPr>
            <p:cNvPr id="350" name="Rettangolo con due angoli in diagonale arrotondati 349">
              <a:extLst>
                <a:ext uri="{FF2B5EF4-FFF2-40B4-BE49-F238E27FC236}">
                  <a16:creationId xmlns:a16="http://schemas.microsoft.com/office/drawing/2014/main" id="{F27755F4-59A5-2E06-5B5B-843C22BE237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51" name="CasellaDiTesto 350">
              <a:extLst>
                <a:ext uri="{FF2B5EF4-FFF2-40B4-BE49-F238E27FC236}">
                  <a16:creationId xmlns:a16="http://schemas.microsoft.com/office/drawing/2014/main" id="{97FE7E9A-21C3-B072-F6E1-F121CBBC9B5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LCM4 186 Cm</a:t>
              </a:r>
            </a:p>
          </p:txBody>
        </p:sp>
        <p:grpSp>
          <p:nvGrpSpPr>
            <p:cNvPr id="352" name="Gruppo 351">
              <a:extLst>
                <a:ext uri="{FF2B5EF4-FFF2-40B4-BE49-F238E27FC236}">
                  <a16:creationId xmlns:a16="http://schemas.microsoft.com/office/drawing/2014/main" id="{13DB4E56-984B-F32F-FCBF-38E7C3D6D3B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56" name="Ovale 355">
                <a:extLst>
                  <a:ext uri="{FF2B5EF4-FFF2-40B4-BE49-F238E27FC236}">
                    <a16:creationId xmlns:a16="http://schemas.microsoft.com/office/drawing/2014/main" id="{EBAF5241-4355-8F88-DC2B-8B1DF5875EC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7" name="CasellaDiTesto 356">
                <a:extLst>
                  <a:ext uri="{FF2B5EF4-FFF2-40B4-BE49-F238E27FC236}">
                    <a16:creationId xmlns:a16="http://schemas.microsoft.com/office/drawing/2014/main" id="{C9047A63-E904-0540-42E2-B12E68BD147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30</a:t>
                </a:r>
              </a:p>
            </p:txBody>
          </p:sp>
        </p:grpSp>
        <p:grpSp>
          <p:nvGrpSpPr>
            <p:cNvPr id="353" name="Gruppo 352">
              <a:extLst>
                <a:ext uri="{FF2B5EF4-FFF2-40B4-BE49-F238E27FC236}">
                  <a16:creationId xmlns:a16="http://schemas.microsoft.com/office/drawing/2014/main" id="{F5D6CACC-31D5-72DC-52A2-C7C123C8568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54" name="Ovale 353">
                <a:extLst>
                  <a:ext uri="{FF2B5EF4-FFF2-40B4-BE49-F238E27FC236}">
                    <a16:creationId xmlns:a16="http://schemas.microsoft.com/office/drawing/2014/main" id="{66AB8EB2-0272-83D3-A1AC-21B99527F96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5" name="CasellaDiTesto 354">
                <a:extLst>
                  <a:ext uri="{FF2B5EF4-FFF2-40B4-BE49-F238E27FC236}">
                    <a16:creationId xmlns:a16="http://schemas.microsoft.com/office/drawing/2014/main" id="{B4DB0147-96CB-12FF-0DA9-4444FCA4B18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67" name="Gruppo 366">
            <a:extLst>
              <a:ext uri="{FF2B5EF4-FFF2-40B4-BE49-F238E27FC236}">
                <a16:creationId xmlns:a16="http://schemas.microsoft.com/office/drawing/2014/main" id="{A2FDEF21-ABB2-73BE-F937-CB17039B7BC4}"/>
              </a:ext>
            </a:extLst>
          </p:cNvPr>
          <p:cNvGrpSpPr/>
          <p:nvPr/>
        </p:nvGrpSpPr>
        <p:grpSpPr>
          <a:xfrm>
            <a:off x="3884075" y="4448114"/>
            <a:ext cx="1460066" cy="220379"/>
            <a:chOff x="3923267" y="734293"/>
            <a:chExt cx="1460066" cy="220379"/>
          </a:xfrm>
        </p:grpSpPr>
        <p:sp>
          <p:nvSpPr>
            <p:cNvPr id="368" name="Rettangolo con due angoli in diagonale arrotondati 367">
              <a:extLst>
                <a:ext uri="{FF2B5EF4-FFF2-40B4-BE49-F238E27FC236}">
                  <a16:creationId xmlns:a16="http://schemas.microsoft.com/office/drawing/2014/main" id="{97A43F61-94E1-5663-492E-FB179FF9597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69" name="CasellaDiTesto 368">
              <a:extLst>
                <a:ext uri="{FF2B5EF4-FFF2-40B4-BE49-F238E27FC236}">
                  <a16:creationId xmlns:a16="http://schemas.microsoft.com/office/drawing/2014/main" id="{70B1AF85-B3E1-6F12-DBD0-D2A10EE0724C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ST1 186 Cm</a:t>
              </a:r>
            </a:p>
          </p:txBody>
        </p:sp>
        <p:grpSp>
          <p:nvGrpSpPr>
            <p:cNvPr id="370" name="Gruppo 369">
              <a:extLst>
                <a:ext uri="{FF2B5EF4-FFF2-40B4-BE49-F238E27FC236}">
                  <a16:creationId xmlns:a16="http://schemas.microsoft.com/office/drawing/2014/main" id="{BA3EB439-912C-FD2A-2969-0C45A6F6A97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74" name="Ovale 373">
                <a:extLst>
                  <a:ext uri="{FF2B5EF4-FFF2-40B4-BE49-F238E27FC236}">
                    <a16:creationId xmlns:a16="http://schemas.microsoft.com/office/drawing/2014/main" id="{8E53F23B-2EEE-9D32-5B94-0C94CE826B4C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75" name="CasellaDiTesto 374">
                <a:extLst>
                  <a:ext uri="{FF2B5EF4-FFF2-40B4-BE49-F238E27FC236}">
                    <a16:creationId xmlns:a16="http://schemas.microsoft.com/office/drawing/2014/main" id="{2F75022E-1DB2-37A4-2312-3B3C42D7973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31</a:t>
                </a:r>
              </a:p>
            </p:txBody>
          </p:sp>
        </p:grpSp>
        <p:grpSp>
          <p:nvGrpSpPr>
            <p:cNvPr id="371" name="Gruppo 370">
              <a:extLst>
                <a:ext uri="{FF2B5EF4-FFF2-40B4-BE49-F238E27FC236}">
                  <a16:creationId xmlns:a16="http://schemas.microsoft.com/office/drawing/2014/main" id="{376A5F32-D901-3A10-F605-D34552894F5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72" name="Ovale 371">
                <a:extLst>
                  <a:ext uri="{FF2B5EF4-FFF2-40B4-BE49-F238E27FC236}">
                    <a16:creationId xmlns:a16="http://schemas.microsoft.com/office/drawing/2014/main" id="{28BE13DE-3E42-BE11-124B-1E349E5BB22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73" name="CasellaDiTesto 372">
                <a:extLst>
                  <a:ext uri="{FF2B5EF4-FFF2-40B4-BE49-F238E27FC236}">
                    <a16:creationId xmlns:a16="http://schemas.microsoft.com/office/drawing/2014/main" id="{524499AF-0A89-6BDE-9FF7-DDB6A0DD217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76" name="Gruppo 375">
            <a:extLst>
              <a:ext uri="{FF2B5EF4-FFF2-40B4-BE49-F238E27FC236}">
                <a16:creationId xmlns:a16="http://schemas.microsoft.com/office/drawing/2014/main" id="{8E9ECF05-1F16-16D6-287C-6FE1948AA2C9}"/>
              </a:ext>
            </a:extLst>
          </p:cNvPr>
          <p:cNvGrpSpPr/>
          <p:nvPr/>
        </p:nvGrpSpPr>
        <p:grpSpPr>
          <a:xfrm>
            <a:off x="3884075" y="4644256"/>
            <a:ext cx="1460066" cy="222843"/>
            <a:chOff x="3923267" y="734293"/>
            <a:chExt cx="1460066" cy="222843"/>
          </a:xfrm>
        </p:grpSpPr>
        <p:sp>
          <p:nvSpPr>
            <p:cNvPr id="377" name="Rettangolo con due angoli in diagonale arrotondati 376">
              <a:extLst>
                <a:ext uri="{FF2B5EF4-FFF2-40B4-BE49-F238E27FC236}">
                  <a16:creationId xmlns:a16="http://schemas.microsoft.com/office/drawing/2014/main" id="{10DFDE08-6AC5-05EF-7FCE-846AFDB403B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78" name="CasellaDiTesto 377">
              <a:extLst>
                <a:ext uri="{FF2B5EF4-FFF2-40B4-BE49-F238E27FC236}">
                  <a16:creationId xmlns:a16="http://schemas.microsoft.com/office/drawing/2014/main" id="{13199428-9A5D-0B31-1664-70C7F98344F2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ST2 179 Cm</a:t>
              </a:r>
            </a:p>
          </p:txBody>
        </p:sp>
        <p:grpSp>
          <p:nvGrpSpPr>
            <p:cNvPr id="379" name="Gruppo 378">
              <a:extLst>
                <a:ext uri="{FF2B5EF4-FFF2-40B4-BE49-F238E27FC236}">
                  <a16:creationId xmlns:a16="http://schemas.microsoft.com/office/drawing/2014/main" id="{6D810911-45C3-E854-5E27-4B604823AE2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3" name="Ovale 382">
                <a:extLst>
                  <a:ext uri="{FF2B5EF4-FFF2-40B4-BE49-F238E27FC236}">
                    <a16:creationId xmlns:a16="http://schemas.microsoft.com/office/drawing/2014/main" id="{CCDAD6C1-4102-FEFF-C04E-24699CD4DE4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84" name="CasellaDiTesto 383">
                <a:extLst>
                  <a:ext uri="{FF2B5EF4-FFF2-40B4-BE49-F238E27FC236}">
                    <a16:creationId xmlns:a16="http://schemas.microsoft.com/office/drawing/2014/main" id="{554DC3AB-2C5E-6F73-80A6-AFEA6E258C1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32</a:t>
                </a:r>
              </a:p>
            </p:txBody>
          </p:sp>
        </p:grpSp>
        <p:grpSp>
          <p:nvGrpSpPr>
            <p:cNvPr id="380" name="Gruppo 379">
              <a:extLst>
                <a:ext uri="{FF2B5EF4-FFF2-40B4-BE49-F238E27FC236}">
                  <a16:creationId xmlns:a16="http://schemas.microsoft.com/office/drawing/2014/main" id="{A139F16E-8FA0-6975-CB70-9EED255CA3F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81" name="Ovale 380">
                <a:extLst>
                  <a:ext uri="{FF2B5EF4-FFF2-40B4-BE49-F238E27FC236}">
                    <a16:creationId xmlns:a16="http://schemas.microsoft.com/office/drawing/2014/main" id="{0241BCC7-6283-A823-B9C4-F20D2A5E6CB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82" name="CasellaDiTesto 381">
                <a:extLst>
                  <a:ext uri="{FF2B5EF4-FFF2-40B4-BE49-F238E27FC236}">
                    <a16:creationId xmlns:a16="http://schemas.microsoft.com/office/drawing/2014/main" id="{3A3AF2C9-CF96-418A-D578-0240CD8D7A8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85" name="Gruppo 384">
            <a:extLst>
              <a:ext uri="{FF2B5EF4-FFF2-40B4-BE49-F238E27FC236}">
                <a16:creationId xmlns:a16="http://schemas.microsoft.com/office/drawing/2014/main" id="{8BF9DA3A-A46A-BD82-96FF-F4EE4F40F6BE}"/>
              </a:ext>
            </a:extLst>
          </p:cNvPr>
          <p:cNvGrpSpPr/>
          <p:nvPr/>
        </p:nvGrpSpPr>
        <p:grpSpPr>
          <a:xfrm>
            <a:off x="6280993" y="4151300"/>
            <a:ext cx="1460066" cy="220379"/>
            <a:chOff x="3923267" y="734293"/>
            <a:chExt cx="1460066" cy="220379"/>
          </a:xfrm>
        </p:grpSpPr>
        <p:sp>
          <p:nvSpPr>
            <p:cNvPr id="386" name="Rettangolo con due angoli in diagonale arrotondati 385">
              <a:extLst>
                <a:ext uri="{FF2B5EF4-FFF2-40B4-BE49-F238E27FC236}">
                  <a16:creationId xmlns:a16="http://schemas.microsoft.com/office/drawing/2014/main" id="{A6904D8C-8FE7-4ABE-26E0-B438A35B1E3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87" name="CasellaDiTesto 386">
              <a:extLst>
                <a:ext uri="{FF2B5EF4-FFF2-40B4-BE49-F238E27FC236}">
                  <a16:creationId xmlns:a16="http://schemas.microsoft.com/office/drawing/2014/main" id="{8EFBE3D0-83AC-EFEB-1915-2D6C1FFB185A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LW1 185 Cm</a:t>
              </a:r>
            </a:p>
          </p:txBody>
        </p:sp>
        <p:grpSp>
          <p:nvGrpSpPr>
            <p:cNvPr id="388" name="Gruppo 387">
              <a:extLst>
                <a:ext uri="{FF2B5EF4-FFF2-40B4-BE49-F238E27FC236}">
                  <a16:creationId xmlns:a16="http://schemas.microsoft.com/office/drawing/2014/main" id="{4BF403CD-A674-1604-CF6E-1CE07B3C81C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92" name="Ovale 391">
                <a:extLst>
                  <a:ext uri="{FF2B5EF4-FFF2-40B4-BE49-F238E27FC236}">
                    <a16:creationId xmlns:a16="http://schemas.microsoft.com/office/drawing/2014/main" id="{5B91DDC2-68B9-40D0-30C1-60A4F46E154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93" name="CasellaDiTesto 392">
                <a:extLst>
                  <a:ext uri="{FF2B5EF4-FFF2-40B4-BE49-F238E27FC236}">
                    <a16:creationId xmlns:a16="http://schemas.microsoft.com/office/drawing/2014/main" id="{3421462A-096A-1055-1C5D-9EF6DC89B8F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389" name="Gruppo 388">
              <a:extLst>
                <a:ext uri="{FF2B5EF4-FFF2-40B4-BE49-F238E27FC236}">
                  <a16:creationId xmlns:a16="http://schemas.microsoft.com/office/drawing/2014/main" id="{BC3FEAC8-55B4-2EDE-5000-97265F10822A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90" name="Ovale 389">
                <a:extLst>
                  <a:ext uri="{FF2B5EF4-FFF2-40B4-BE49-F238E27FC236}">
                    <a16:creationId xmlns:a16="http://schemas.microsoft.com/office/drawing/2014/main" id="{2DE3FBBB-4D46-1856-05EB-909F523846F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91" name="CasellaDiTesto 390">
                <a:extLst>
                  <a:ext uri="{FF2B5EF4-FFF2-40B4-BE49-F238E27FC236}">
                    <a16:creationId xmlns:a16="http://schemas.microsoft.com/office/drawing/2014/main" id="{E949BE6B-B11B-3B36-FC6A-B2D59DE60C4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94" name="Gruppo 393">
            <a:extLst>
              <a:ext uri="{FF2B5EF4-FFF2-40B4-BE49-F238E27FC236}">
                <a16:creationId xmlns:a16="http://schemas.microsoft.com/office/drawing/2014/main" id="{EDC6C00D-1BBF-EA81-4F24-D80AD9A35AA0}"/>
              </a:ext>
            </a:extLst>
          </p:cNvPr>
          <p:cNvGrpSpPr/>
          <p:nvPr/>
        </p:nvGrpSpPr>
        <p:grpSpPr>
          <a:xfrm>
            <a:off x="6280993" y="4344574"/>
            <a:ext cx="1460066" cy="222843"/>
            <a:chOff x="3923267" y="734293"/>
            <a:chExt cx="1460066" cy="222843"/>
          </a:xfrm>
        </p:grpSpPr>
        <p:sp>
          <p:nvSpPr>
            <p:cNvPr id="395" name="Rettangolo con due angoli in diagonale arrotondati 394">
              <a:extLst>
                <a:ext uri="{FF2B5EF4-FFF2-40B4-BE49-F238E27FC236}">
                  <a16:creationId xmlns:a16="http://schemas.microsoft.com/office/drawing/2014/main" id="{A439675E-934E-4DFC-434D-8DCCC86E4B7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96" name="CasellaDiTesto 395">
              <a:extLst>
                <a:ext uri="{FF2B5EF4-FFF2-40B4-BE49-F238E27FC236}">
                  <a16:creationId xmlns:a16="http://schemas.microsoft.com/office/drawing/2014/main" id="{ED132380-2D5E-621E-0389-269862251EF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LW2 184 Cm</a:t>
              </a:r>
            </a:p>
          </p:txBody>
        </p:sp>
        <p:grpSp>
          <p:nvGrpSpPr>
            <p:cNvPr id="397" name="Gruppo 396">
              <a:extLst>
                <a:ext uri="{FF2B5EF4-FFF2-40B4-BE49-F238E27FC236}">
                  <a16:creationId xmlns:a16="http://schemas.microsoft.com/office/drawing/2014/main" id="{EA3A4BBC-E0A8-5275-7B3B-D13ABD2272E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01" name="Ovale 400">
                <a:extLst>
                  <a:ext uri="{FF2B5EF4-FFF2-40B4-BE49-F238E27FC236}">
                    <a16:creationId xmlns:a16="http://schemas.microsoft.com/office/drawing/2014/main" id="{342165C1-1AD4-09C3-2355-3BAB3327558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2" name="CasellaDiTesto 401">
                <a:extLst>
                  <a:ext uri="{FF2B5EF4-FFF2-40B4-BE49-F238E27FC236}">
                    <a16:creationId xmlns:a16="http://schemas.microsoft.com/office/drawing/2014/main" id="{48A4D2CA-2C3E-FC28-4A98-F2C4537E357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398" name="Gruppo 397">
              <a:extLst>
                <a:ext uri="{FF2B5EF4-FFF2-40B4-BE49-F238E27FC236}">
                  <a16:creationId xmlns:a16="http://schemas.microsoft.com/office/drawing/2014/main" id="{3CB712CB-054B-AEE7-81E4-CDB2FD30149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99" name="Ovale 398">
                <a:extLst>
                  <a:ext uri="{FF2B5EF4-FFF2-40B4-BE49-F238E27FC236}">
                    <a16:creationId xmlns:a16="http://schemas.microsoft.com/office/drawing/2014/main" id="{804B85A8-3A5C-06D1-AD13-C6B33684530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0" name="CasellaDiTesto 399">
                <a:extLst>
                  <a:ext uri="{FF2B5EF4-FFF2-40B4-BE49-F238E27FC236}">
                    <a16:creationId xmlns:a16="http://schemas.microsoft.com/office/drawing/2014/main" id="{9295FAAC-2DD8-72A8-9E99-4631D6C331F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3" name="Gruppo 402">
            <a:extLst>
              <a:ext uri="{FF2B5EF4-FFF2-40B4-BE49-F238E27FC236}">
                <a16:creationId xmlns:a16="http://schemas.microsoft.com/office/drawing/2014/main" id="{EDF984ED-2942-54BC-B00A-5B98184896A0}"/>
              </a:ext>
            </a:extLst>
          </p:cNvPr>
          <p:cNvGrpSpPr/>
          <p:nvPr/>
        </p:nvGrpSpPr>
        <p:grpSpPr>
          <a:xfrm>
            <a:off x="3884075" y="4842989"/>
            <a:ext cx="1460066" cy="222843"/>
            <a:chOff x="3923267" y="734293"/>
            <a:chExt cx="1460066" cy="222843"/>
          </a:xfrm>
        </p:grpSpPr>
        <p:sp>
          <p:nvSpPr>
            <p:cNvPr id="404" name="Rettangolo con due angoli in diagonale arrotondati 403">
              <a:extLst>
                <a:ext uri="{FF2B5EF4-FFF2-40B4-BE49-F238E27FC236}">
                  <a16:creationId xmlns:a16="http://schemas.microsoft.com/office/drawing/2014/main" id="{40A874AD-D2DB-FCAB-BE86-31A4878C380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05" name="CasellaDiTesto 404">
              <a:extLst>
                <a:ext uri="{FF2B5EF4-FFF2-40B4-BE49-F238E27FC236}">
                  <a16:creationId xmlns:a16="http://schemas.microsoft.com/office/drawing/2014/main" id="{84D4C369-BB3F-90B0-BCAD-BBAFD30EEE9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ST3 176 Cm</a:t>
              </a:r>
            </a:p>
          </p:txBody>
        </p:sp>
        <p:grpSp>
          <p:nvGrpSpPr>
            <p:cNvPr id="406" name="Gruppo 405">
              <a:extLst>
                <a:ext uri="{FF2B5EF4-FFF2-40B4-BE49-F238E27FC236}">
                  <a16:creationId xmlns:a16="http://schemas.microsoft.com/office/drawing/2014/main" id="{33789B97-6F9D-C551-2D1F-39841240D8F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10" name="Ovale 409">
                <a:extLst>
                  <a:ext uri="{FF2B5EF4-FFF2-40B4-BE49-F238E27FC236}">
                    <a16:creationId xmlns:a16="http://schemas.microsoft.com/office/drawing/2014/main" id="{16B79099-1EDC-FCBD-0CE6-8F5885615FE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11" name="CasellaDiTesto 410">
                <a:extLst>
                  <a:ext uri="{FF2B5EF4-FFF2-40B4-BE49-F238E27FC236}">
                    <a16:creationId xmlns:a16="http://schemas.microsoft.com/office/drawing/2014/main" id="{824C9095-E9A5-4944-D6CE-20A87403A21C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33</a:t>
                </a:r>
              </a:p>
            </p:txBody>
          </p:sp>
        </p:grpSp>
        <p:grpSp>
          <p:nvGrpSpPr>
            <p:cNvPr id="407" name="Gruppo 406">
              <a:extLst>
                <a:ext uri="{FF2B5EF4-FFF2-40B4-BE49-F238E27FC236}">
                  <a16:creationId xmlns:a16="http://schemas.microsoft.com/office/drawing/2014/main" id="{317B6FAD-E41F-F373-0E93-0B1C08626C8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08" name="Ovale 407">
                <a:extLst>
                  <a:ext uri="{FF2B5EF4-FFF2-40B4-BE49-F238E27FC236}">
                    <a16:creationId xmlns:a16="http://schemas.microsoft.com/office/drawing/2014/main" id="{F8D2FEA2-3152-7D1F-E92A-136B75FAA5C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9" name="CasellaDiTesto 408">
                <a:extLst>
                  <a:ext uri="{FF2B5EF4-FFF2-40B4-BE49-F238E27FC236}">
                    <a16:creationId xmlns:a16="http://schemas.microsoft.com/office/drawing/2014/main" id="{4D8A8324-F2BD-FBD7-C16D-52EE0CE509C8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412" name="Picture 8">
            <a:extLst>
              <a:ext uri="{FF2B5EF4-FFF2-40B4-BE49-F238E27FC236}">
                <a16:creationId xmlns:a16="http://schemas.microsoft.com/office/drawing/2014/main" id="{4D8F6BB4-0A4F-7C90-6094-1A7D13433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970" y="392481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3" name="Gruppo 412">
            <a:extLst>
              <a:ext uri="{FF2B5EF4-FFF2-40B4-BE49-F238E27FC236}">
                <a16:creationId xmlns:a16="http://schemas.microsoft.com/office/drawing/2014/main" id="{23539112-F1BE-5F34-0240-9F5932DD5C11}"/>
              </a:ext>
            </a:extLst>
          </p:cNvPr>
          <p:cNvGrpSpPr/>
          <p:nvPr/>
        </p:nvGrpSpPr>
        <p:grpSpPr>
          <a:xfrm>
            <a:off x="6280993" y="4540312"/>
            <a:ext cx="1460066" cy="222843"/>
            <a:chOff x="3923267" y="734293"/>
            <a:chExt cx="1460066" cy="222843"/>
          </a:xfrm>
        </p:grpSpPr>
        <p:sp>
          <p:nvSpPr>
            <p:cNvPr id="414" name="Rettangolo con due angoli in diagonale arrotondati 413">
              <a:extLst>
                <a:ext uri="{FF2B5EF4-FFF2-40B4-BE49-F238E27FC236}">
                  <a16:creationId xmlns:a16="http://schemas.microsoft.com/office/drawing/2014/main" id="{A76E9A8F-5389-DAC2-0A96-745B43048C3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15" name="CasellaDiTesto 414">
              <a:extLst>
                <a:ext uri="{FF2B5EF4-FFF2-40B4-BE49-F238E27FC236}">
                  <a16:creationId xmlns:a16="http://schemas.microsoft.com/office/drawing/2014/main" id="{1F34731E-40E2-BC2C-11CC-4D718988320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LW3 184 Cm</a:t>
              </a:r>
            </a:p>
          </p:txBody>
        </p:sp>
        <p:grpSp>
          <p:nvGrpSpPr>
            <p:cNvPr id="416" name="Gruppo 415">
              <a:extLst>
                <a:ext uri="{FF2B5EF4-FFF2-40B4-BE49-F238E27FC236}">
                  <a16:creationId xmlns:a16="http://schemas.microsoft.com/office/drawing/2014/main" id="{4D290ED9-966F-103D-9E44-7EA70F9D7F7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20" name="Ovale 419">
                <a:extLst>
                  <a:ext uri="{FF2B5EF4-FFF2-40B4-BE49-F238E27FC236}">
                    <a16:creationId xmlns:a16="http://schemas.microsoft.com/office/drawing/2014/main" id="{2590818B-6514-22B5-0131-3FF0924C420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21" name="CasellaDiTesto 420">
                <a:extLst>
                  <a:ext uri="{FF2B5EF4-FFF2-40B4-BE49-F238E27FC236}">
                    <a16:creationId xmlns:a16="http://schemas.microsoft.com/office/drawing/2014/main" id="{3A86015E-3FA8-6996-CFCC-19180D1B3C5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417" name="Gruppo 416">
              <a:extLst>
                <a:ext uri="{FF2B5EF4-FFF2-40B4-BE49-F238E27FC236}">
                  <a16:creationId xmlns:a16="http://schemas.microsoft.com/office/drawing/2014/main" id="{043651D7-B315-63E0-558D-7CB586DE189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18" name="Ovale 417">
                <a:extLst>
                  <a:ext uri="{FF2B5EF4-FFF2-40B4-BE49-F238E27FC236}">
                    <a16:creationId xmlns:a16="http://schemas.microsoft.com/office/drawing/2014/main" id="{51F0BC48-B9F4-34E5-EF5D-126E85B17D8C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19" name="CasellaDiTesto 418">
                <a:extLst>
                  <a:ext uri="{FF2B5EF4-FFF2-40B4-BE49-F238E27FC236}">
                    <a16:creationId xmlns:a16="http://schemas.microsoft.com/office/drawing/2014/main" id="{EAC081D8-C1E1-624D-5494-986C46BBF0D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422" name="Picture 16">
            <a:extLst>
              <a:ext uri="{FF2B5EF4-FFF2-40B4-BE49-F238E27FC236}">
                <a16:creationId xmlns:a16="http://schemas.microsoft.com/office/drawing/2014/main" id="{983FCAA4-6E3B-235F-AEF7-93D4C9BC3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262" y="362917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3" name="Gruppo 422">
            <a:extLst>
              <a:ext uri="{FF2B5EF4-FFF2-40B4-BE49-F238E27FC236}">
                <a16:creationId xmlns:a16="http://schemas.microsoft.com/office/drawing/2014/main" id="{58F3F8ED-0BB9-7E1A-8D52-B237E6F782B8}"/>
              </a:ext>
            </a:extLst>
          </p:cNvPr>
          <p:cNvGrpSpPr/>
          <p:nvPr/>
        </p:nvGrpSpPr>
        <p:grpSpPr>
          <a:xfrm>
            <a:off x="1269960" y="4151300"/>
            <a:ext cx="1460066" cy="220379"/>
            <a:chOff x="3923267" y="734293"/>
            <a:chExt cx="1460066" cy="220379"/>
          </a:xfrm>
        </p:grpSpPr>
        <p:sp>
          <p:nvSpPr>
            <p:cNvPr id="424" name="Rettangolo con due angoli in diagonale arrotondati 423">
              <a:extLst>
                <a:ext uri="{FF2B5EF4-FFF2-40B4-BE49-F238E27FC236}">
                  <a16:creationId xmlns:a16="http://schemas.microsoft.com/office/drawing/2014/main" id="{9C4819EF-5FDC-10ED-F6F3-01932C5B3359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25" name="CasellaDiTesto 424">
              <a:extLst>
                <a:ext uri="{FF2B5EF4-FFF2-40B4-BE49-F238E27FC236}">
                  <a16:creationId xmlns:a16="http://schemas.microsoft.com/office/drawing/2014/main" id="{E93AE3A3-F988-741B-8D20-AE002C6A471F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RW1 185 Cm</a:t>
              </a:r>
            </a:p>
          </p:txBody>
        </p:sp>
        <p:grpSp>
          <p:nvGrpSpPr>
            <p:cNvPr id="426" name="Gruppo 425">
              <a:extLst>
                <a:ext uri="{FF2B5EF4-FFF2-40B4-BE49-F238E27FC236}">
                  <a16:creationId xmlns:a16="http://schemas.microsoft.com/office/drawing/2014/main" id="{D6D75E5B-76CB-AA16-E0C2-5FFA24C0BD2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30" name="Ovale 429">
                <a:extLst>
                  <a:ext uri="{FF2B5EF4-FFF2-40B4-BE49-F238E27FC236}">
                    <a16:creationId xmlns:a16="http://schemas.microsoft.com/office/drawing/2014/main" id="{6913C487-7292-DB9B-6841-A06BFB6EB6E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31" name="CasellaDiTesto 430">
                <a:extLst>
                  <a:ext uri="{FF2B5EF4-FFF2-40B4-BE49-F238E27FC236}">
                    <a16:creationId xmlns:a16="http://schemas.microsoft.com/office/drawing/2014/main" id="{996D61F9-0EC2-5ED8-E9C2-8B36BB3FA9F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427" name="Gruppo 426">
              <a:extLst>
                <a:ext uri="{FF2B5EF4-FFF2-40B4-BE49-F238E27FC236}">
                  <a16:creationId xmlns:a16="http://schemas.microsoft.com/office/drawing/2014/main" id="{8B01CE97-DD88-67E3-008A-021BAC1865E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28" name="Ovale 427">
                <a:extLst>
                  <a:ext uri="{FF2B5EF4-FFF2-40B4-BE49-F238E27FC236}">
                    <a16:creationId xmlns:a16="http://schemas.microsoft.com/office/drawing/2014/main" id="{E2F925A5-2F0F-4622-2A3B-8C67CB5E872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29" name="CasellaDiTesto 428">
                <a:extLst>
                  <a:ext uri="{FF2B5EF4-FFF2-40B4-BE49-F238E27FC236}">
                    <a16:creationId xmlns:a16="http://schemas.microsoft.com/office/drawing/2014/main" id="{7D7AC21D-29B1-3589-4E90-2C12BE1A0C58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32" name="Gruppo 431">
            <a:extLst>
              <a:ext uri="{FF2B5EF4-FFF2-40B4-BE49-F238E27FC236}">
                <a16:creationId xmlns:a16="http://schemas.microsoft.com/office/drawing/2014/main" id="{4FE921B6-A3B8-1833-72A7-8010E5D9D76E}"/>
              </a:ext>
            </a:extLst>
          </p:cNvPr>
          <p:cNvGrpSpPr/>
          <p:nvPr/>
        </p:nvGrpSpPr>
        <p:grpSpPr>
          <a:xfrm>
            <a:off x="1269960" y="4344574"/>
            <a:ext cx="1460066" cy="222843"/>
            <a:chOff x="3923267" y="734293"/>
            <a:chExt cx="1460066" cy="222843"/>
          </a:xfrm>
        </p:grpSpPr>
        <p:sp>
          <p:nvSpPr>
            <p:cNvPr id="433" name="Rettangolo con due angoli in diagonale arrotondati 432">
              <a:extLst>
                <a:ext uri="{FF2B5EF4-FFF2-40B4-BE49-F238E27FC236}">
                  <a16:creationId xmlns:a16="http://schemas.microsoft.com/office/drawing/2014/main" id="{64133D97-B2BE-17EC-D3D6-98557461653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34" name="CasellaDiTesto 433">
              <a:extLst>
                <a:ext uri="{FF2B5EF4-FFF2-40B4-BE49-F238E27FC236}">
                  <a16:creationId xmlns:a16="http://schemas.microsoft.com/office/drawing/2014/main" id="{9EF97EA9-800D-2D01-1FFB-C24290FAB05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RW2 184 Cm</a:t>
              </a:r>
            </a:p>
          </p:txBody>
        </p:sp>
        <p:grpSp>
          <p:nvGrpSpPr>
            <p:cNvPr id="435" name="Gruppo 434">
              <a:extLst>
                <a:ext uri="{FF2B5EF4-FFF2-40B4-BE49-F238E27FC236}">
                  <a16:creationId xmlns:a16="http://schemas.microsoft.com/office/drawing/2014/main" id="{7EA8E9EC-4452-E646-1823-3C5B9B2640D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39" name="Ovale 438">
                <a:extLst>
                  <a:ext uri="{FF2B5EF4-FFF2-40B4-BE49-F238E27FC236}">
                    <a16:creationId xmlns:a16="http://schemas.microsoft.com/office/drawing/2014/main" id="{1C8FCAC7-8AD3-F724-D52E-E04A5A8CD54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40" name="CasellaDiTesto 439">
                <a:extLst>
                  <a:ext uri="{FF2B5EF4-FFF2-40B4-BE49-F238E27FC236}">
                    <a16:creationId xmlns:a16="http://schemas.microsoft.com/office/drawing/2014/main" id="{4748FD92-DE06-A8A7-0416-FA63F39CEF7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436" name="Gruppo 435">
              <a:extLst>
                <a:ext uri="{FF2B5EF4-FFF2-40B4-BE49-F238E27FC236}">
                  <a16:creationId xmlns:a16="http://schemas.microsoft.com/office/drawing/2014/main" id="{59397BCF-1B18-852F-D173-AC10AB8BE35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37" name="Ovale 436">
                <a:extLst>
                  <a:ext uri="{FF2B5EF4-FFF2-40B4-BE49-F238E27FC236}">
                    <a16:creationId xmlns:a16="http://schemas.microsoft.com/office/drawing/2014/main" id="{813FEF83-3C9F-2B6F-692C-24A520D7D60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38" name="CasellaDiTesto 437">
                <a:extLst>
                  <a:ext uri="{FF2B5EF4-FFF2-40B4-BE49-F238E27FC236}">
                    <a16:creationId xmlns:a16="http://schemas.microsoft.com/office/drawing/2014/main" id="{1E923C77-1A69-8753-5506-7A87D9CACD4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41" name="Gruppo 440">
            <a:extLst>
              <a:ext uri="{FF2B5EF4-FFF2-40B4-BE49-F238E27FC236}">
                <a16:creationId xmlns:a16="http://schemas.microsoft.com/office/drawing/2014/main" id="{F39AB07C-DE0A-1D46-CA6C-6EB9C5677B78}"/>
              </a:ext>
            </a:extLst>
          </p:cNvPr>
          <p:cNvGrpSpPr/>
          <p:nvPr/>
        </p:nvGrpSpPr>
        <p:grpSpPr>
          <a:xfrm>
            <a:off x="1269960" y="4540312"/>
            <a:ext cx="1460066" cy="222843"/>
            <a:chOff x="3923267" y="734293"/>
            <a:chExt cx="1460066" cy="222843"/>
          </a:xfrm>
        </p:grpSpPr>
        <p:sp>
          <p:nvSpPr>
            <p:cNvPr id="442" name="Rettangolo con due angoli in diagonale arrotondati 441">
              <a:extLst>
                <a:ext uri="{FF2B5EF4-FFF2-40B4-BE49-F238E27FC236}">
                  <a16:creationId xmlns:a16="http://schemas.microsoft.com/office/drawing/2014/main" id="{449CB917-8F0D-D9D1-E1D9-185425A7A919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43" name="CasellaDiTesto 442">
              <a:extLst>
                <a:ext uri="{FF2B5EF4-FFF2-40B4-BE49-F238E27FC236}">
                  <a16:creationId xmlns:a16="http://schemas.microsoft.com/office/drawing/2014/main" id="{0974D536-DD64-DBF1-834D-18041BD1C3D2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RW3 184 Cm</a:t>
              </a:r>
            </a:p>
          </p:txBody>
        </p:sp>
        <p:grpSp>
          <p:nvGrpSpPr>
            <p:cNvPr id="444" name="Gruppo 443">
              <a:extLst>
                <a:ext uri="{FF2B5EF4-FFF2-40B4-BE49-F238E27FC236}">
                  <a16:creationId xmlns:a16="http://schemas.microsoft.com/office/drawing/2014/main" id="{493CAE87-34AB-8AB4-2B71-954045B8AC7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48" name="Ovale 447">
                <a:extLst>
                  <a:ext uri="{FF2B5EF4-FFF2-40B4-BE49-F238E27FC236}">
                    <a16:creationId xmlns:a16="http://schemas.microsoft.com/office/drawing/2014/main" id="{E3AB4AF9-B628-30FA-FF03-A9BF66F09C9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49" name="CasellaDiTesto 448">
                <a:extLst>
                  <a:ext uri="{FF2B5EF4-FFF2-40B4-BE49-F238E27FC236}">
                    <a16:creationId xmlns:a16="http://schemas.microsoft.com/office/drawing/2014/main" id="{3D92C0CF-32C6-63CA-FB9F-DA25AE3C8586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445" name="Gruppo 444">
              <a:extLst>
                <a:ext uri="{FF2B5EF4-FFF2-40B4-BE49-F238E27FC236}">
                  <a16:creationId xmlns:a16="http://schemas.microsoft.com/office/drawing/2014/main" id="{5663A6B0-DAE6-4F68-8799-E19B6ADE7FF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46" name="Ovale 445">
                <a:extLst>
                  <a:ext uri="{FF2B5EF4-FFF2-40B4-BE49-F238E27FC236}">
                    <a16:creationId xmlns:a16="http://schemas.microsoft.com/office/drawing/2014/main" id="{336C96D5-CAD1-6158-CCB7-35D2899907A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47" name="CasellaDiTesto 446">
                <a:extLst>
                  <a:ext uri="{FF2B5EF4-FFF2-40B4-BE49-F238E27FC236}">
                    <a16:creationId xmlns:a16="http://schemas.microsoft.com/office/drawing/2014/main" id="{9FC5DF27-D42B-4CBC-8987-F483BCF6BA0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450" name="Picture 16">
            <a:extLst>
              <a:ext uri="{FF2B5EF4-FFF2-40B4-BE49-F238E27FC236}">
                <a16:creationId xmlns:a16="http://schemas.microsoft.com/office/drawing/2014/main" id="{C47C7F9A-1AB4-3CAC-BAA0-C208965E3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29" y="362917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2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 contrast="-30000"/>
                    </a14:imgEffect>
                  </a14:imgLayer>
                </a14:imgProps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DCE5E-6975-29C9-43C7-B70C975E6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B5B46692-D4F4-F94F-D99B-B38D99A27F25}"/>
              </a:ext>
            </a:extLst>
          </p:cNvPr>
          <p:cNvPicPr/>
          <p:nvPr/>
        </p:nvPicPr>
        <p:blipFill rotWithShape="1">
          <a:blip r:embed="rId4"/>
          <a:srcRect l="17580" t="6073" r="17094"/>
          <a:stretch/>
        </p:blipFill>
        <p:spPr>
          <a:xfrm>
            <a:off x="1142177" y="228762"/>
            <a:ext cx="6859646" cy="5553722"/>
          </a:xfrm>
          <a:prstGeom prst="rect">
            <a:avLst/>
          </a:prstGeom>
          <a:scene3d>
            <a:camera prst="orthographicFront">
              <a:rot lat="1800000" lon="0" rev="0"/>
            </a:camera>
            <a:lightRig rig="threePt" dir="t"/>
          </a:scene3d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646DDB00-A7A3-F68A-333E-0AF3336E73BD}"/>
              </a:ext>
            </a:extLst>
          </p:cNvPr>
          <p:cNvGrpSpPr/>
          <p:nvPr/>
        </p:nvGrpSpPr>
        <p:grpSpPr>
          <a:xfrm>
            <a:off x="-2738812" y="-4103764"/>
            <a:ext cx="7637413" cy="7566226"/>
            <a:chOff x="-2664000" y="-4103764"/>
            <a:chExt cx="7637413" cy="7566226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5D42B736-E459-DEC9-C5C1-F2D01C498C9F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16" name="Striscia diagonale 15">
                <a:extLst>
                  <a:ext uri="{FF2B5EF4-FFF2-40B4-BE49-F238E27FC236}">
                    <a16:creationId xmlns:a16="http://schemas.microsoft.com/office/drawing/2014/main" id="{90FCA490-0A11-3BED-8259-3FD860DC19F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Striscia diagonale 16">
                <a:extLst>
                  <a:ext uri="{FF2B5EF4-FFF2-40B4-BE49-F238E27FC236}">
                    <a16:creationId xmlns:a16="http://schemas.microsoft.com/office/drawing/2014/main" id="{63CE5D19-4116-9D19-76D9-B3431A2D5F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Striscia diagonale 26">
                <a:extLst>
                  <a:ext uri="{FF2B5EF4-FFF2-40B4-BE49-F238E27FC236}">
                    <a16:creationId xmlns:a16="http://schemas.microsoft.com/office/drawing/2014/main" id="{C9D5E67A-9F9F-148A-0016-3F7ACCE5238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" name="Striscia diagonale 11">
              <a:extLst>
                <a:ext uri="{FF2B5EF4-FFF2-40B4-BE49-F238E27FC236}">
                  <a16:creationId xmlns:a16="http://schemas.microsoft.com/office/drawing/2014/main" id="{C3DB03A8-F977-36D2-A735-23C24911EC73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Striscia diagonale 12">
              <a:extLst>
                <a:ext uri="{FF2B5EF4-FFF2-40B4-BE49-F238E27FC236}">
                  <a16:creationId xmlns:a16="http://schemas.microsoft.com/office/drawing/2014/main" id="{E8D67020-123D-DB92-9D55-BABD8E01B907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triscia diagonale 14">
              <a:extLst>
                <a:ext uri="{FF2B5EF4-FFF2-40B4-BE49-F238E27FC236}">
                  <a16:creationId xmlns:a16="http://schemas.microsoft.com/office/drawing/2014/main" id="{F8435F06-54CC-1E87-271A-EBDADE9A535A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B2ED71D4-DD61-9824-8467-9E08CDBACB7D}"/>
              </a:ext>
            </a:extLst>
          </p:cNvPr>
          <p:cNvGrpSpPr/>
          <p:nvPr/>
        </p:nvGrpSpPr>
        <p:grpSpPr>
          <a:xfrm>
            <a:off x="4497189" y="-694178"/>
            <a:ext cx="9659566" cy="9483472"/>
            <a:chOff x="-2664000" y="-4103764"/>
            <a:chExt cx="7637413" cy="7566226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5B412BDD-F232-4C48-E4A8-A126A940DA82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22" name="Striscia diagonale 21">
                <a:extLst>
                  <a:ext uri="{FF2B5EF4-FFF2-40B4-BE49-F238E27FC236}">
                    <a16:creationId xmlns:a16="http://schemas.microsoft.com/office/drawing/2014/main" id="{6BAE1456-137D-9449-42D7-F2DB4BA1DB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Striscia diagonale 22">
                <a:extLst>
                  <a:ext uri="{FF2B5EF4-FFF2-40B4-BE49-F238E27FC236}">
                    <a16:creationId xmlns:a16="http://schemas.microsoft.com/office/drawing/2014/main" id="{D2C6340E-F938-9FA4-37EC-B917359DC2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Striscia diagonale 23">
                <a:extLst>
                  <a:ext uri="{FF2B5EF4-FFF2-40B4-BE49-F238E27FC236}">
                    <a16:creationId xmlns:a16="http://schemas.microsoft.com/office/drawing/2014/main" id="{4BDCCC80-113D-92B3-EB4D-DA95AE2F557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9" name="Striscia diagonale 18">
              <a:extLst>
                <a:ext uri="{FF2B5EF4-FFF2-40B4-BE49-F238E27FC236}">
                  <a16:creationId xmlns:a16="http://schemas.microsoft.com/office/drawing/2014/main" id="{29CF173B-DF80-53A2-AAD5-F3A83780A630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Striscia diagonale 19">
              <a:extLst>
                <a:ext uri="{FF2B5EF4-FFF2-40B4-BE49-F238E27FC236}">
                  <a16:creationId xmlns:a16="http://schemas.microsoft.com/office/drawing/2014/main" id="{EFBB6C35-C3E6-45D6-26D8-B2B063E82651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Striscia diagonale 20">
              <a:extLst>
                <a:ext uri="{FF2B5EF4-FFF2-40B4-BE49-F238E27FC236}">
                  <a16:creationId xmlns:a16="http://schemas.microsoft.com/office/drawing/2014/main" id="{A87F18B7-5D4E-341D-CF16-BD98D428BA73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28" name="Immagine 27">
            <a:extLst>
              <a:ext uri="{FF2B5EF4-FFF2-40B4-BE49-F238E27FC236}">
                <a16:creationId xmlns:a16="http://schemas.microsoft.com/office/drawing/2014/main" id="{CE6A2D78-BB7C-EA54-2A51-C20496FA0A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61748" y="4253987"/>
            <a:ext cx="798318" cy="798318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AD5AB659-B74A-2CF6-CDE4-DB2A4C69E5E9}"/>
              </a:ext>
            </a:extLst>
          </p:cNvPr>
          <p:cNvGrpSpPr/>
          <p:nvPr/>
        </p:nvGrpSpPr>
        <p:grpSpPr>
          <a:xfrm>
            <a:off x="423041" y="-34604"/>
            <a:ext cx="8297920" cy="703124"/>
            <a:chOff x="423041" y="-144605"/>
            <a:chExt cx="8297920" cy="703124"/>
          </a:xfrm>
        </p:grpSpPr>
        <p:sp>
          <p:nvSpPr>
            <p:cNvPr id="3" name="Parallelogramma 2">
              <a:extLst>
                <a:ext uri="{FF2B5EF4-FFF2-40B4-BE49-F238E27FC236}">
                  <a16:creationId xmlns:a16="http://schemas.microsoft.com/office/drawing/2014/main" id="{7FE8E257-C439-1BB1-1784-800A045FF929}"/>
                </a:ext>
              </a:extLst>
            </p:cNvPr>
            <p:cNvSpPr/>
            <p:nvPr/>
          </p:nvSpPr>
          <p:spPr>
            <a:xfrm>
              <a:off x="2297564" y="-91129"/>
              <a:ext cx="6423397" cy="604391"/>
            </a:xfrm>
            <a:prstGeom prst="parallelogram">
              <a:avLst>
                <a:gd name="adj" fmla="val 102143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" name="Parallelogramma 3">
              <a:extLst>
                <a:ext uri="{FF2B5EF4-FFF2-40B4-BE49-F238E27FC236}">
                  <a16:creationId xmlns:a16="http://schemas.microsoft.com/office/drawing/2014/main" id="{0EAECAC7-88B4-6EBB-18F5-C7C476F7117F}"/>
                </a:ext>
              </a:extLst>
            </p:cNvPr>
            <p:cNvSpPr/>
            <p:nvPr/>
          </p:nvSpPr>
          <p:spPr>
            <a:xfrm flipH="1">
              <a:off x="423043" y="-107768"/>
              <a:ext cx="6403643" cy="601793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Parallelogramma 4">
              <a:extLst>
                <a:ext uri="{FF2B5EF4-FFF2-40B4-BE49-F238E27FC236}">
                  <a16:creationId xmlns:a16="http://schemas.microsoft.com/office/drawing/2014/main" id="{3E3BA8C7-8289-8DC6-DDAE-F38B47D1BAFF}"/>
                </a:ext>
              </a:extLst>
            </p:cNvPr>
            <p:cNvSpPr/>
            <p:nvPr/>
          </p:nvSpPr>
          <p:spPr>
            <a:xfrm flipH="1">
              <a:off x="584223" y="6834"/>
              <a:ext cx="7474832" cy="506696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Parallelogramma 5">
              <a:extLst>
                <a:ext uri="{FF2B5EF4-FFF2-40B4-BE49-F238E27FC236}">
                  <a16:creationId xmlns:a16="http://schemas.microsoft.com/office/drawing/2014/main" id="{E9304059-B80A-50C2-4BB3-89AD776D7F1B}"/>
                </a:ext>
              </a:extLst>
            </p:cNvPr>
            <p:cNvSpPr/>
            <p:nvPr/>
          </p:nvSpPr>
          <p:spPr>
            <a:xfrm flipH="1">
              <a:off x="423041" y="-118621"/>
              <a:ext cx="5503491" cy="391484"/>
            </a:xfrm>
            <a:prstGeom prst="parallelogram">
              <a:avLst>
                <a:gd name="adj" fmla="val 112347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Parallelogramma 6">
              <a:extLst>
                <a:ext uri="{FF2B5EF4-FFF2-40B4-BE49-F238E27FC236}">
                  <a16:creationId xmlns:a16="http://schemas.microsoft.com/office/drawing/2014/main" id="{110954DE-B846-6EF1-9373-5E8005E6EE26}"/>
                </a:ext>
              </a:extLst>
            </p:cNvPr>
            <p:cNvSpPr/>
            <p:nvPr/>
          </p:nvSpPr>
          <p:spPr>
            <a:xfrm flipH="1">
              <a:off x="1285929" y="-116974"/>
              <a:ext cx="6098711" cy="391484"/>
            </a:xfrm>
            <a:prstGeom prst="parallelogram">
              <a:avLst>
                <a:gd name="adj" fmla="val 65633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C2B61D91-F6DA-3F7D-2E26-1CF9DC4568C0}"/>
                </a:ext>
              </a:extLst>
            </p:cNvPr>
            <p:cNvSpPr txBox="1"/>
            <p:nvPr/>
          </p:nvSpPr>
          <p:spPr>
            <a:xfrm>
              <a:off x="2216923" y="-144605"/>
              <a:ext cx="2921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bg1"/>
                  </a:solidFill>
                  <a:latin typeface="Avenir Next Condensed" panose="020B0506020202020204" pitchFamily="34" charset="0"/>
                </a:rPr>
                <a:t>SQUADRA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2192BB23-837A-6491-7F1D-08DFB640047A}"/>
                </a:ext>
              </a:extLst>
            </p:cNvPr>
            <p:cNvSpPr txBox="1"/>
            <p:nvPr/>
          </p:nvSpPr>
          <p:spPr>
            <a:xfrm>
              <a:off x="2216922" y="250742"/>
              <a:ext cx="2921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Avenir Next Condensed" panose="020B0506020202020204" pitchFamily="34" charset="0"/>
                </a:rPr>
                <a:t>SISTEMA DI GIOCO </a:t>
              </a:r>
              <a:r>
                <a:rPr lang="it-IT" sz="1400" b="1" dirty="0">
                  <a:latin typeface="Avenir Next Condensed Demi Bold" panose="020B0506020202020204" pitchFamily="34" charset="0"/>
                </a:rPr>
                <a:t>3-4-2-1</a:t>
              </a:r>
            </a:p>
          </p:txBody>
        </p:sp>
      </p:grpSp>
      <p:sp>
        <p:nvSpPr>
          <p:cNvPr id="25" name="Ovale 24">
            <a:extLst>
              <a:ext uri="{FF2B5EF4-FFF2-40B4-BE49-F238E27FC236}">
                <a16:creationId xmlns:a16="http://schemas.microsoft.com/office/drawing/2014/main" id="{10811B0A-AC3A-D32E-3B51-6B20E2058EC1}"/>
              </a:ext>
            </a:extLst>
          </p:cNvPr>
          <p:cNvSpPr/>
          <p:nvPr/>
        </p:nvSpPr>
        <p:spPr>
          <a:xfrm>
            <a:off x="1269960" y="7337"/>
            <a:ext cx="839613" cy="839613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49915D48-82DE-5933-241A-16502343A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7638740" y="77480"/>
            <a:ext cx="363083" cy="46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526AC77F-A42C-8B0E-B4FB-AB3DA62999D1}"/>
              </a:ext>
            </a:extLst>
          </p:cNvPr>
          <p:cNvSpPr txBox="1"/>
          <p:nvPr/>
        </p:nvSpPr>
        <p:spPr>
          <a:xfrm>
            <a:off x="5344141" y="380345"/>
            <a:ext cx="204049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it-IT" sz="1200" dirty="0">
                <a:latin typeface="Avenir Next Condensed" panose="020B0506020202020204" pitchFamily="34" charset="0"/>
              </a:rPr>
              <a:t>COACH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Nome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Cognome</a:t>
            </a:r>
            <a:endParaRPr kumimoji="0" lang="it-IT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Condensed" panose="020B0506020202020204" pitchFamily="34" charset="0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E1802C76-B085-6285-7594-BA31E678E964}"/>
              </a:ext>
            </a:extLst>
          </p:cNvPr>
          <p:cNvGrpSpPr/>
          <p:nvPr/>
        </p:nvGrpSpPr>
        <p:grpSpPr>
          <a:xfrm>
            <a:off x="3841541" y="866949"/>
            <a:ext cx="1460066" cy="222843"/>
            <a:chOff x="3923267" y="734293"/>
            <a:chExt cx="1460066" cy="222843"/>
          </a:xfrm>
        </p:grpSpPr>
        <p:sp>
          <p:nvSpPr>
            <p:cNvPr id="32" name="Rettangolo con due angoli in diagonale arrotondati 31">
              <a:extLst>
                <a:ext uri="{FF2B5EF4-FFF2-40B4-BE49-F238E27FC236}">
                  <a16:creationId xmlns:a16="http://schemas.microsoft.com/office/drawing/2014/main" id="{1A55AA8D-C264-ABC2-E683-0DF9F89E8AD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DCC1FC30-F81A-49C6-4956-5260433B1BB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GK2</a:t>
              </a:r>
            </a:p>
          </p:txBody>
        </p:sp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37D48116-9A9C-4E59-0999-D04A76EFE3C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" name="Ovale 37">
                <a:extLst>
                  <a:ext uri="{FF2B5EF4-FFF2-40B4-BE49-F238E27FC236}">
                    <a16:creationId xmlns:a16="http://schemas.microsoft.com/office/drawing/2014/main" id="{D9AEADB1-72AA-5B9D-FEEB-15742F9FBB0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512D2CE4-2414-2F9E-307E-D5FC3C67A98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</a:t>
                </a:r>
              </a:p>
            </p:txBody>
          </p:sp>
        </p:grpSp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9F2043B4-9F05-B08D-8536-C975F0E4BF3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" name="Ovale 35">
                <a:extLst>
                  <a:ext uri="{FF2B5EF4-FFF2-40B4-BE49-F238E27FC236}">
                    <a16:creationId xmlns:a16="http://schemas.microsoft.com/office/drawing/2014/main" id="{32907B09-9AED-5047-1E07-87427C2B5BB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C88C9CEA-3602-C7A7-DCDC-B331D812299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5679E53B-C04C-8D66-4482-6421A4C0E731}"/>
              </a:ext>
            </a:extLst>
          </p:cNvPr>
          <p:cNvGrpSpPr/>
          <p:nvPr/>
        </p:nvGrpSpPr>
        <p:grpSpPr>
          <a:xfrm>
            <a:off x="5525515" y="1794324"/>
            <a:ext cx="1460066" cy="220379"/>
            <a:chOff x="3923267" y="734293"/>
            <a:chExt cx="1460066" cy="220379"/>
          </a:xfrm>
        </p:grpSpPr>
        <p:sp>
          <p:nvSpPr>
            <p:cNvPr id="41" name="Rettangolo con due angoli in diagonale arrotondati 40">
              <a:extLst>
                <a:ext uri="{FF2B5EF4-FFF2-40B4-BE49-F238E27FC236}">
                  <a16:creationId xmlns:a16="http://schemas.microsoft.com/office/drawing/2014/main" id="{5A9181DA-24AE-F882-6C8E-59862A3FEF8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2" name="CasellaDiTesto 41">
              <a:extLst>
                <a:ext uri="{FF2B5EF4-FFF2-40B4-BE49-F238E27FC236}">
                  <a16:creationId xmlns:a16="http://schemas.microsoft.com/office/drawing/2014/main" id="{0BE6E3D3-36B0-0AA3-9BBF-7E2DA7B41F8C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LCB1 188 Cm</a:t>
              </a:r>
            </a:p>
          </p:txBody>
        </p: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0EF9BBD5-63A0-95A0-EB5F-9FA56D97ED8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7" name="Ovale 46">
                <a:extLst>
                  <a:ext uri="{FF2B5EF4-FFF2-40B4-BE49-F238E27FC236}">
                    <a16:creationId xmlns:a16="http://schemas.microsoft.com/office/drawing/2014/main" id="{D7AA25D0-7F64-D489-E610-D0F8807C522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0083466E-1D6A-51BB-06C7-EA44E012B99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10</a:t>
                </a:r>
              </a:p>
            </p:txBody>
          </p:sp>
        </p:grpSp>
        <p:grpSp>
          <p:nvGrpSpPr>
            <p:cNvPr id="44" name="Gruppo 43">
              <a:extLst>
                <a:ext uri="{FF2B5EF4-FFF2-40B4-BE49-F238E27FC236}">
                  <a16:creationId xmlns:a16="http://schemas.microsoft.com/office/drawing/2014/main" id="{1540DFA0-FB88-9830-C6EB-8879B5BADD6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5" name="Ovale 44">
                <a:extLst>
                  <a:ext uri="{FF2B5EF4-FFF2-40B4-BE49-F238E27FC236}">
                    <a16:creationId xmlns:a16="http://schemas.microsoft.com/office/drawing/2014/main" id="{072BF167-929C-DD0E-4799-FA4F3C4589A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3AD756E0-B9FD-CE2E-3CA0-3079EF461B59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F7A81F65-A933-A8C5-7635-F460C58549BD}"/>
              </a:ext>
            </a:extLst>
          </p:cNvPr>
          <p:cNvGrpSpPr/>
          <p:nvPr/>
        </p:nvGrpSpPr>
        <p:grpSpPr>
          <a:xfrm>
            <a:off x="1184949" y="2906030"/>
            <a:ext cx="1460066" cy="220379"/>
            <a:chOff x="3923267" y="734293"/>
            <a:chExt cx="1460066" cy="220379"/>
          </a:xfrm>
        </p:grpSpPr>
        <p:sp>
          <p:nvSpPr>
            <p:cNvPr id="50" name="Rettangolo con due angoli in diagonale arrotondati 49">
              <a:extLst>
                <a:ext uri="{FF2B5EF4-FFF2-40B4-BE49-F238E27FC236}">
                  <a16:creationId xmlns:a16="http://schemas.microsoft.com/office/drawing/2014/main" id="{F7BADB6E-3F8F-1585-7EB7-F834F7B395D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495A9448-84D9-B94E-72B0-22BF0AA1CE37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RFB1 178 Cm</a:t>
              </a:r>
            </a:p>
          </p:txBody>
        </p:sp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C4354298-E031-061F-8ABB-3378AA5BDC3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56" name="Ovale 55">
                <a:extLst>
                  <a:ext uri="{FF2B5EF4-FFF2-40B4-BE49-F238E27FC236}">
                    <a16:creationId xmlns:a16="http://schemas.microsoft.com/office/drawing/2014/main" id="{68A7D102-B994-7D82-7C18-EB943C10970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441620D9-38A6-41DA-79AC-363C0BD064B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13</a:t>
                </a:r>
              </a:p>
            </p:txBody>
          </p:sp>
        </p:grpSp>
        <p:grpSp>
          <p:nvGrpSpPr>
            <p:cNvPr id="53" name="Gruppo 52">
              <a:extLst>
                <a:ext uri="{FF2B5EF4-FFF2-40B4-BE49-F238E27FC236}">
                  <a16:creationId xmlns:a16="http://schemas.microsoft.com/office/drawing/2014/main" id="{6B2431EC-A639-57A1-5A2B-C20302D8C75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54" name="Ovale 53">
                <a:extLst>
                  <a:ext uri="{FF2B5EF4-FFF2-40B4-BE49-F238E27FC236}">
                    <a16:creationId xmlns:a16="http://schemas.microsoft.com/office/drawing/2014/main" id="{C1E9D29A-4023-1EDB-2D0B-6F169DC553A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BFB54FF6-244E-0DD9-EB1B-ABBE9E754AB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</a:p>
            </p:txBody>
          </p:sp>
        </p:grpSp>
      </p:grp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9726876F-8099-35B9-EF23-52CD1D4BC3BD}"/>
              </a:ext>
            </a:extLst>
          </p:cNvPr>
          <p:cNvGrpSpPr/>
          <p:nvPr/>
        </p:nvGrpSpPr>
        <p:grpSpPr>
          <a:xfrm>
            <a:off x="2223894" y="1788510"/>
            <a:ext cx="1460066" cy="220379"/>
            <a:chOff x="3923267" y="734293"/>
            <a:chExt cx="1460066" cy="220379"/>
          </a:xfrm>
        </p:grpSpPr>
        <p:sp>
          <p:nvSpPr>
            <p:cNvPr id="59" name="Rettangolo con due angoli in diagonale arrotondati 58">
              <a:extLst>
                <a:ext uri="{FF2B5EF4-FFF2-40B4-BE49-F238E27FC236}">
                  <a16:creationId xmlns:a16="http://schemas.microsoft.com/office/drawing/2014/main" id="{51F2D046-6177-848E-56DF-3AE2EE8DF5B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FC7E6F37-FB91-0687-51EA-56278CD81B8F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RCB1 184 Cm</a:t>
              </a:r>
            </a:p>
          </p:txBody>
        </p:sp>
        <p:grpSp>
          <p:nvGrpSpPr>
            <p:cNvPr id="61" name="Gruppo 60">
              <a:extLst>
                <a:ext uri="{FF2B5EF4-FFF2-40B4-BE49-F238E27FC236}">
                  <a16:creationId xmlns:a16="http://schemas.microsoft.com/office/drawing/2014/main" id="{45C30C06-4B0F-4E12-5507-4807CF07D00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65" name="Ovale 64">
                <a:extLst>
                  <a:ext uri="{FF2B5EF4-FFF2-40B4-BE49-F238E27FC236}">
                    <a16:creationId xmlns:a16="http://schemas.microsoft.com/office/drawing/2014/main" id="{9B572174-A65A-E0AE-D281-49980E45B84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6" name="CasellaDiTesto 65">
                <a:extLst>
                  <a:ext uri="{FF2B5EF4-FFF2-40B4-BE49-F238E27FC236}">
                    <a16:creationId xmlns:a16="http://schemas.microsoft.com/office/drawing/2014/main" id="{9CE2E6D4-A66C-C93C-3337-5B9CFAA448D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4</a:t>
                </a:r>
              </a:p>
            </p:txBody>
          </p:sp>
        </p:grpSp>
        <p:grpSp>
          <p:nvGrpSpPr>
            <p:cNvPr id="62" name="Gruppo 61">
              <a:extLst>
                <a:ext uri="{FF2B5EF4-FFF2-40B4-BE49-F238E27FC236}">
                  <a16:creationId xmlns:a16="http://schemas.microsoft.com/office/drawing/2014/main" id="{26DEF67A-7136-AFBD-7CCB-104CC01BD5F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63" name="Ovale 62">
                <a:extLst>
                  <a:ext uri="{FF2B5EF4-FFF2-40B4-BE49-F238E27FC236}">
                    <a16:creationId xmlns:a16="http://schemas.microsoft.com/office/drawing/2014/main" id="{0A6EBA7B-74C3-33E4-FD0F-3A146681D82C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4" name="CasellaDiTesto 63">
                <a:extLst>
                  <a:ext uri="{FF2B5EF4-FFF2-40B4-BE49-F238E27FC236}">
                    <a16:creationId xmlns:a16="http://schemas.microsoft.com/office/drawing/2014/main" id="{D52DA656-1A55-4474-F627-14AD726E97E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B0EC7011-CA48-BB74-BEFD-E5E4D002429C}"/>
              </a:ext>
            </a:extLst>
          </p:cNvPr>
          <p:cNvGrpSpPr/>
          <p:nvPr/>
        </p:nvGrpSpPr>
        <p:grpSpPr>
          <a:xfrm>
            <a:off x="2223894" y="1982578"/>
            <a:ext cx="1460066" cy="222843"/>
            <a:chOff x="3923267" y="734293"/>
            <a:chExt cx="1460066" cy="222843"/>
          </a:xfrm>
        </p:grpSpPr>
        <p:sp>
          <p:nvSpPr>
            <p:cNvPr id="68" name="Rettangolo con due angoli in diagonale arrotondati 67">
              <a:extLst>
                <a:ext uri="{FF2B5EF4-FFF2-40B4-BE49-F238E27FC236}">
                  <a16:creationId xmlns:a16="http://schemas.microsoft.com/office/drawing/2014/main" id="{5A1CB41C-4B1E-6907-1BAC-526FCDA2949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9" name="CasellaDiTesto 68">
              <a:extLst>
                <a:ext uri="{FF2B5EF4-FFF2-40B4-BE49-F238E27FC236}">
                  <a16:creationId xmlns:a16="http://schemas.microsoft.com/office/drawing/2014/main" id="{42CC4B94-78C7-6AE6-0046-FF13F3C97EF5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RCB2 184 Cm</a:t>
              </a:r>
            </a:p>
          </p:txBody>
        </p:sp>
        <p:grpSp>
          <p:nvGrpSpPr>
            <p:cNvPr id="70" name="Gruppo 69">
              <a:extLst>
                <a:ext uri="{FF2B5EF4-FFF2-40B4-BE49-F238E27FC236}">
                  <a16:creationId xmlns:a16="http://schemas.microsoft.com/office/drawing/2014/main" id="{D55FE827-DE80-EE89-F32B-207D76CE875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74" name="Ovale 73">
                <a:extLst>
                  <a:ext uri="{FF2B5EF4-FFF2-40B4-BE49-F238E27FC236}">
                    <a16:creationId xmlns:a16="http://schemas.microsoft.com/office/drawing/2014/main" id="{442EF0B7-F2D8-0368-C472-69751607AAC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5" name="CasellaDiTesto 74">
                <a:extLst>
                  <a:ext uri="{FF2B5EF4-FFF2-40B4-BE49-F238E27FC236}">
                    <a16:creationId xmlns:a16="http://schemas.microsoft.com/office/drawing/2014/main" id="{2428C082-F364-730F-CB15-32BEA009004C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5</a:t>
                </a:r>
              </a:p>
            </p:txBody>
          </p:sp>
        </p:grpSp>
        <p:grpSp>
          <p:nvGrpSpPr>
            <p:cNvPr id="71" name="Gruppo 70">
              <a:extLst>
                <a:ext uri="{FF2B5EF4-FFF2-40B4-BE49-F238E27FC236}">
                  <a16:creationId xmlns:a16="http://schemas.microsoft.com/office/drawing/2014/main" id="{64786E85-B8DA-278F-7130-5379DB61BA6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72" name="Ovale 71">
                <a:extLst>
                  <a:ext uri="{FF2B5EF4-FFF2-40B4-BE49-F238E27FC236}">
                    <a16:creationId xmlns:a16="http://schemas.microsoft.com/office/drawing/2014/main" id="{1681C51E-493A-F35C-77C9-5ACCB587107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3" name="CasellaDiTesto 72">
                <a:extLst>
                  <a:ext uri="{FF2B5EF4-FFF2-40B4-BE49-F238E27FC236}">
                    <a16:creationId xmlns:a16="http://schemas.microsoft.com/office/drawing/2014/main" id="{307512B4-F3DD-C989-0DC9-A0A9ECF965C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934032B0-1238-DC7F-18CF-0E3EFBBC8B24}"/>
              </a:ext>
            </a:extLst>
          </p:cNvPr>
          <p:cNvGrpSpPr/>
          <p:nvPr/>
        </p:nvGrpSpPr>
        <p:grpSpPr>
          <a:xfrm>
            <a:off x="3847679" y="1793510"/>
            <a:ext cx="1460066" cy="220379"/>
            <a:chOff x="3923267" y="734293"/>
            <a:chExt cx="1460066" cy="220379"/>
          </a:xfrm>
        </p:grpSpPr>
        <p:sp>
          <p:nvSpPr>
            <p:cNvPr id="77" name="Rettangolo con due angoli in diagonale arrotondati 76">
              <a:extLst>
                <a:ext uri="{FF2B5EF4-FFF2-40B4-BE49-F238E27FC236}">
                  <a16:creationId xmlns:a16="http://schemas.microsoft.com/office/drawing/2014/main" id="{FEFCB7A1-8031-DB8E-CB0F-0DB30770A40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78" name="CasellaDiTesto 77">
              <a:extLst>
                <a:ext uri="{FF2B5EF4-FFF2-40B4-BE49-F238E27FC236}">
                  <a16:creationId xmlns:a16="http://schemas.microsoft.com/office/drawing/2014/main" id="{5FF4E3C0-9A68-1001-A57B-24460D0A57BC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CB1 185 Cm</a:t>
              </a:r>
            </a:p>
          </p:txBody>
        </p:sp>
        <p:grpSp>
          <p:nvGrpSpPr>
            <p:cNvPr id="79" name="Gruppo 78">
              <a:extLst>
                <a:ext uri="{FF2B5EF4-FFF2-40B4-BE49-F238E27FC236}">
                  <a16:creationId xmlns:a16="http://schemas.microsoft.com/office/drawing/2014/main" id="{F7DA8B78-81EB-A929-6B94-DB2A3480809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83" name="Ovale 82">
                <a:extLst>
                  <a:ext uri="{FF2B5EF4-FFF2-40B4-BE49-F238E27FC236}">
                    <a16:creationId xmlns:a16="http://schemas.microsoft.com/office/drawing/2014/main" id="{FA825ED5-CE03-0BE9-B7C1-0D0598B1B9E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4" name="CasellaDiTesto 83">
                <a:extLst>
                  <a:ext uri="{FF2B5EF4-FFF2-40B4-BE49-F238E27FC236}">
                    <a16:creationId xmlns:a16="http://schemas.microsoft.com/office/drawing/2014/main" id="{71B2223A-6126-5AA9-5B40-9775EB07E819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7</a:t>
                </a:r>
              </a:p>
            </p:txBody>
          </p:sp>
        </p:grpSp>
        <p:grpSp>
          <p:nvGrpSpPr>
            <p:cNvPr id="80" name="Gruppo 79">
              <a:extLst>
                <a:ext uri="{FF2B5EF4-FFF2-40B4-BE49-F238E27FC236}">
                  <a16:creationId xmlns:a16="http://schemas.microsoft.com/office/drawing/2014/main" id="{6AE71FB5-11D6-CEF5-C7C1-0956CCCAA10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81" name="Ovale 80">
                <a:extLst>
                  <a:ext uri="{FF2B5EF4-FFF2-40B4-BE49-F238E27FC236}">
                    <a16:creationId xmlns:a16="http://schemas.microsoft.com/office/drawing/2014/main" id="{9091B7EF-A71E-4ED0-6472-BC599EB02F8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87100F6C-28F8-ADCE-2E23-ED9D62630E7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29D50713-22E9-5663-2937-6582FF2079F1}"/>
              </a:ext>
            </a:extLst>
          </p:cNvPr>
          <p:cNvGrpSpPr/>
          <p:nvPr/>
        </p:nvGrpSpPr>
        <p:grpSpPr>
          <a:xfrm>
            <a:off x="3847679" y="1986702"/>
            <a:ext cx="1460066" cy="222843"/>
            <a:chOff x="3923267" y="734293"/>
            <a:chExt cx="1460066" cy="222843"/>
          </a:xfrm>
        </p:grpSpPr>
        <p:sp>
          <p:nvSpPr>
            <p:cNvPr id="86" name="Rettangolo con due angoli in diagonale arrotondati 85">
              <a:extLst>
                <a:ext uri="{FF2B5EF4-FFF2-40B4-BE49-F238E27FC236}">
                  <a16:creationId xmlns:a16="http://schemas.microsoft.com/office/drawing/2014/main" id="{19F63977-CEF9-571C-8814-C3A5DD3F0B7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87" name="CasellaDiTesto 86">
              <a:extLst>
                <a:ext uri="{FF2B5EF4-FFF2-40B4-BE49-F238E27FC236}">
                  <a16:creationId xmlns:a16="http://schemas.microsoft.com/office/drawing/2014/main" id="{215A832A-ACB7-3732-58FE-B2FBD92AB0C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CB2 194 Cm</a:t>
              </a:r>
            </a:p>
          </p:txBody>
        </p:sp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1C9B010A-CE2C-1E48-3538-14C1B51D3F0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92" name="Ovale 91">
                <a:extLst>
                  <a:ext uri="{FF2B5EF4-FFF2-40B4-BE49-F238E27FC236}">
                    <a16:creationId xmlns:a16="http://schemas.microsoft.com/office/drawing/2014/main" id="{7E791D5F-CC80-14D0-AF8F-E24EAAFF377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3" name="CasellaDiTesto 92">
                <a:extLst>
                  <a:ext uri="{FF2B5EF4-FFF2-40B4-BE49-F238E27FC236}">
                    <a16:creationId xmlns:a16="http://schemas.microsoft.com/office/drawing/2014/main" id="{91DDC111-B8FA-E788-19AF-2D2409DE323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8</a:t>
                </a:r>
              </a:p>
            </p:txBody>
          </p:sp>
        </p:grpSp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CC842F26-13FC-4458-75BB-7A1053B3026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90" name="Ovale 89">
                <a:extLst>
                  <a:ext uri="{FF2B5EF4-FFF2-40B4-BE49-F238E27FC236}">
                    <a16:creationId xmlns:a16="http://schemas.microsoft.com/office/drawing/2014/main" id="{70C3573A-E780-DCF0-0961-9F984229AF4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1" name="CasellaDiTesto 90">
                <a:extLst>
                  <a:ext uri="{FF2B5EF4-FFF2-40B4-BE49-F238E27FC236}">
                    <a16:creationId xmlns:a16="http://schemas.microsoft.com/office/drawing/2014/main" id="{556F16FA-8563-79BA-6F8A-7EB7276294C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759FA2A8-2D6C-444E-3900-80E48F5B391C}"/>
              </a:ext>
            </a:extLst>
          </p:cNvPr>
          <p:cNvGrpSpPr/>
          <p:nvPr/>
        </p:nvGrpSpPr>
        <p:grpSpPr>
          <a:xfrm>
            <a:off x="4623912" y="2906304"/>
            <a:ext cx="1460066" cy="220379"/>
            <a:chOff x="3923267" y="734293"/>
            <a:chExt cx="1460066" cy="220379"/>
          </a:xfrm>
        </p:grpSpPr>
        <p:sp>
          <p:nvSpPr>
            <p:cNvPr id="113" name="Rettangolo con due angoli in diagonale arrotondati 112">
              <a:extLst>
                <a:ext uri="{FF2B5EF4-FFF2-40B4-BE49-F238E27FC236}">
                  <a16:creationId xmlns:a16="http://schemas.microsoft.com/office/drawing/2014/main" id="{31677E20-F30B-7355-0293-E6B96C914BA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14" name="CasellaDiTesto 113">
              <a:extLst>
                <a:ext uri="{FF2B5EF4-FFF2-40B4-BE49-F238E27FC236}">
                  <a16:creationId xmlns:a16="http://schemas.microsoft.com/office/drawing/2014/main" id="{6654E6DC-936A-11D6-2243-5E617C86BEB2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LCM1 172 Cm</a:t>
              </a:r>
            </a:p>
          </p:txBody>
        </p:sp>
        <p:grpSp>
          <p:nvGrpSpPr>
            <p:cNvPr id="115" name="Gruppo 114">
              <a:extLst>
                <a:ext uri="{FF2B5EF4-FFF2-40B4-BE49-F238E27FC236}">
                  <a16:creationId xmlns:a16="http://schemas.microsoft.com/office/drawing/2014/main" id="{355988B9-2F0A-72DE-6D8F-801CAE666F6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19" name="Ovale 118">
                <a:extLst>
                  <a:ext uri="{FF2B5EF4-FFF2-40B4-BE49-F238E27FC236}">
                    <a16:creationId xmlns:a16="http://schemas.microsoft.com/office/drawing/2014/main" id="{B0A03460-E520-FFC6-AC88-F5C7ED26162C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0" name="CasellaDiTesto 119">
                <a:extLst>
                  <a:ext uri="{FF2B5EF4-FFF2-40B4-BE49-F238E27FC236}">
                    <a16:creationId xmlns:a16="http://schemas.microsoft.com/office/drawing/2014/main" id="{61A97CB5-83A2-7186-8A2E-512A0487534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27</a:t>
                </a:r>
              </a:p>
            </p:txBody>
          </p:sp>
        </p:grpSp>
        <p:grpSp>
          <p:nvGrpSpPr>
            <p:cNvPr id="116" name="Gruppo 115">
              <a:extLst>
                <a:ext uri="{FF2B5EF4-FFF2-40B4-BE49-F238E27FC236}">
                  <a16:creationId xmlns:a16="http://schemas.microsoft.com/office/drawing/2014/main" id="{63DFC001-E949-539E-0FC4-C097319554D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17" name="Ovale 116">
                <a:extLst>
                  <a:ext uri="{FF2B5EF4-FFF2-40B4-BE49-F238E27FC236}">
                    <a16:creationId xmlns:a16="http://schemas.microsoft.com/office/drawing/2014/main" id="{229BAB88-3681-A2E2-D7E0-C81C5CA8870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18" name="CasellaDiTesto 117">
                <a:extLst>
                  <a:ext uri="{FF2B5EF4-FFF2-40B4-BE49-F238E27FC236}">
                    <a16:creationId xmlns:a16="http://schemas.microsoft.com/office/drawing/2014/main" id="{1E5736A1-ABB9-F1E9-E787-F27E3B62D518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21" name="Gruppo 120">
            <a:extLst>
              <a:ext uri="{FF2B5EF4-FFF2-40B4-BE49-F238E27FC236}">
                <a16:creationId xmlns:a16="http://schemas.microsoft.com/office/drawing/2014/main" id="{590160B9-96E1-9362-93A7-1B07F262EA55}"/>
              </a:ext>
            </a:extLst>
          </p:cNvPr>
          <p:cNvGrpSpPr/>
          <p:nvPr/>
        </p:nvGrpSpPr>
        <p:grpSpPr>
          <a:xfrm>
            <a:off x="3083034" y="2905855"/>
            <a:ext cx="1460066" cy="220379"/>
            <a:chOff x="3923267" y="734293"/>
            <a:chExt cx="1460066" cy="220379"/>
          </a:xfrm>
        </p:grpSpPr>
        <p:sp>
          <p:nvSpPr>
            <p:cNvPr id="122" name="Rettangolo con due angoli in diagonale arrotondati 121">
              <a:extLst>
                <a:ext uri="{FF2B5EF4-FFF2-40B4-BE49-F238E27FC236}">
                  <a16:creationId xmlns:a16="http://schemas.microsoft.com/office/drawing/2014/main" id="{4F52E3A5-5E2E-6708-82CA-C46010E0DA4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23" name="CasellaDiTesto 122">
              <a:extLst>
                <a:ext uri="{FF2B5EF4-FFF2-40B4-BE49-F238E27FC236}">
                  <a16:creationId xmlns:a16="http://schemas.microsoft.com/office/drawing/2014/main" id="{712602DF-A823-EE06-D6AF-00CF08309198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RCM1 186 Cm</a:t>
              </a:r>
            </a:p>
          </p:txBody>
        </p:sp>
        <p:grpSp>
          <p:nvGrpSpPr>
            <p:cNvPr id="124" name="Gruppo 123">
              <a:extLst>
                <a:ext uri="{FF2B5EF4-FFF2-40B4-BE49-F238E27FC236}">
                  <a16:creationId xmlns:a16="http://schemas.microsoft.com/office/drawing/2014/main" id="{CA31F43B-4213-6D19-6B4D-26282F6B79D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28" name="Ovale 127">
                <a:extLst>
                  <a:ext uri="{FF2B5EF4-FFF2-40B4-BE49-F238E27FC236}">
                    <a16:creationId xmlns:a16="http://schemas.microsoft.com/office/drawing/2014/main" id="{A4BFE764-9B61-E4F6-E67E-44E65052BCE1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9" name="CasellaDiTesto 128">
                <a:extLst>
                  <a:ext uri="{FF2B5EF4-FFF2-40B4-BE49-F238E27FC236}">
                    <a16:creationId xmlns:a16="http://schemas.microsoft.com/office/drawing/2014/main" id="{6A241747-90E8-5F26-CDA9-17F04482269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23</a:t>
                </a:r>
              </a:p>
            </p:txBody>
          </p:sp>
        </p:grpSp>
        <p:grpSp>
          <p:nvGrpSpPr>
            <p:cNvPr id="125" name="Gruppo 124">
              <a:extLst>
                <a:ext uri="{FF2B5EF4-FFF2-40B4-BE49-F238E27FC236}">
                  <a16:creationId xmlns:a16="http://schemas.microsoft.com/office/drawing/2014/main" id="{1EA63620-4CB6-F463-0F59-9722F16D977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26" name="Ovale 125">
                <a:extLst>
                  <a:ext uri="{FF2B5EF4-FFF2-40B4-BE49-F238E27FC236}">
                    <a16:creationId xmlns:a16="http://schemas.microsoft.com/office/drawing/2014/main" id="{1C25B29D-CF46-BD31-ED3E-57F5D4B6425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7" name="CasellaDiTesto 126">
                <a:extLst>
                  <a:ext uri="{FF2B5EF4-FFF2-40B4-BE49-F238E27FC236}">
                    <a16:creationId xmlns:a16="http://schemas.microsoft.com/office/drawing/2014/main" id="{94862944-B4F0-693F-C942-CCB6762F9C5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0" name="Gruppo 129">
            <a:extLst>
              <a:ext uri="{FF2B5EF4-FFF2-40B4-BE49-F238E27FC236}">
                <a16:creationId xmlns:a16="http://schemas.microsoft.com/office/drawing/2014/main" id="{97CC080C-E6CD-DC12-07FE-A4C0102FA8A2}"/>
              </a:ext>
            </a:extLst>
          </p:cNvPr>
          <p:cNvGrpSpPr/>
          <p:nvPr/>
        </p:nvGrpSpPr>
        <p:grpSpPr>
          <a:xfrm>
            <a:off x="6533547" y="2901022"/>
            <a:ext cx="1460066" cy="220379"/>
            <a:chOff x="3923267" y="734293"/>
            <a:chExt cx="1460066" cy="220379"/>
          </a:xfrm>
        </p:grpSpPr>
        <p:sp>
          <p:nvSpPr>
            <p:cNvPr id="131" name="Rettangolo con due angoli in diagonale arrotondati 130">
              <a:extLst>
                <a:ext uri="{FF2B5EF4-FFF2-40B4-BE49-F238E27FC236}">
                  <a16:creationId xmlns:a16="http://schemas.microsoft.com/office/drawing/2014/main" id="{10D53571-B812-5568-D906-DC3AB99D080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32" name="CasellaDiTesto 131">
              <a:extLst>
                <a:ext uri="{FF2B5EF4-FFF2-40B4-BE49-F238E27FC236}">
                  <a16:creationId xmlns:a16="http://schemas.microsoft.com/office/drawing/2014/main" id="{6716C225-51BE-5383-9443-78EDB8BC0F5E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LFB1 183 Cm</a:t>
              </a:r>
            </a:p>
          </p:txBody>
        </p:sp>
        <p:grpSp>
          <p:nvGrpSpPr>
            <p:cNvPr id="133" name="Gruppo 132">
              <a:extLst>
                <a:ext uri="{FF2B5EF4-FFF2-40B4-BE49-F238E27FC236}">
                  <a16:creationId xmlns:a16="http://schemas.microsoft.com/office/drawing/2014/main" id="{DCB7C4B3-98B4-8CCE-E0A2-6C56EED605F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37" name="Ovale 136">
                <a:extLst>
                  <a:ext uri="{FF2B5EF4-FFF2-40B4-BE49-F238E27FC236}">
                    <a16:creationId xmlns:a16="http://schemas.microsoft.com/office/drawing/2014/main" id="{3605D17F-AB16-409D-39AE-121C993844F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8" name="CasellaDiTesto 137">
                <a:extLst>
                  <a:ext uri="{FF2B5EF4-FFF2-40B4-BE49-F238E27FC236}">
                    <a16:creationId xmlns:a16="http://schemas.microsoft.com/office/drawing/2014/main" id="{CE9533CF-0CF3-0429-695B-3E69FF788D3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16</a:t>
                </a:r>
              </a:p>
            </p:txBody>
          </p:sp>
        </p:grpSp>
        <p:grpSp>
          <p:nvGrpSpPr>
            <p:cNvPr id="134" name="Gruppo 133">
              <a:extLst>
                <a:ext uri="{FF2B5EF4-FFF2-40B4-BE49-F238E27FC236}">
                  <a16:creationId xmlns:a16="http://schemas.microsoft.com/office/drawing/2014/main" id="{8EA427B2-7D6C-B017-2FAF-A5C96635C49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35" name="Ovale 134">
                <a:extLst>
                  <a:ext uri="{FF2B5EF4-FFF2-40B4-BE49-F238E27FC236}">
                    <a16:creationId xmlns:a16="http://schemas.microsoft.com/office/drawing/2014/main" id="{B8082A0C-C8F0-C6D1-9324-3A56075C794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6" name="CasellaDiTesto 135">
                <a:extLst>
                  <a:ext uri="{FF2B5EF4-FFF2-40B4-BE49-F238E27FC236}">
                    <a16:creationId xmlns:a16="http://schemas.microsoft.com/office/drawing/2014/main" id="{B42EF764-FF1B-CF7A-CB69-942B0E95CC2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9" name="Gruppo 138">
            <a:extLst>
              <a:ext uri="{FF2B5EF4-FFF2-40B4-BE49-F238E27FC236}">
                <a16:creationId xmlns:a16="http://schemas.microsoft.com/office/drawing/2014/main" id="{91602721-2E23-3214-F0CA-F4E0EED37FB4}"/>
              </a:ext>
            </a:extLst>
          </p:cNvPr>
          <p:cNvGrpSpPr/>
          <p:nvPr/>
        </p:nvGrpSpPr>
        <p:grpSpPr>
          <a:xfrm>
            <a:off x="1184949" y="3107222"/>
            <a:ext cx="1460066" cy="222843"/>
            <a:chOff x="3923267" y="734293"/>
            <a:chExt cx="1460066" cy="222843"/>
          </a:xfrm>
        </p:grpSpPr>
        <p:sp>
          <p:nvSpPr>
            <p:cNvPr id="140" name="Rettangolo con due angoli in diagonale arrotondati 139">
              <a:extLst>
                <a:ext uri="{FF2B5EF4-FFF2-40B4-BE49-F238E27FC236}">
                  <a16:creationId xmlns:a16="http://schemas.microsoft.com/office/drawing/2014/main" id="{870F55A7-B366-7E12-641B-DBE7ABFF93E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41" name="CasellaDiTesto 140">
              <a:extLst>
                <a:ext uri="{FF2B5EF4-FFF2-40B4-BE49-F238E27FC236}">
                  <a16:creationId xmlns:a16="http://schemas.microsoft.com/office/drawing/2014/main" id="{2FA59016-4FB6-6C6B-9FD5-586ED526757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RFB2 183 Cm</a:t>
              </a:r>
            </a:p>
          </p:txBody>
        </p:sp>
        <p:grpSp>
          <p:nvGrpSpPr>
            <p:cNvPr id="142" name="Gruppo 141">
              <a:extLst>
                <a:ext uri="{FF2B5EF4-FFF2-40B4-BE49-F238E27FC236}">
                  <a16:creationId xmlns:a16="http://schemas.microsoft.com/office/drawing/2014/main" id="{491C20CC-3304-6BF2-6063-62C00C8C894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46" name="Ovale 145">
                <a:extLst>
                  <a:ext uri="{FF2B5EF4-FFF2-40B4-BE49-F238E27FC236}">
                    <a16:creationId xmlns:a16="http://schemas.microsoft.com/office/drawing/2014/main" id="{841BBAD8-A544-D1C4-C9A5-F6533A6A74C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7" name="CasellaDiTesto 146">
                <a:extLst>
                  <a:ext uri="{FF2B5EF4-FFF2-40B4-BE49-F238E27FC236}">
                    <a16:creationId xmlns:a16="http://schemas.microsoft.com/office/drawing/2014/main" id="{F11901D8-B2F6-F6CB-9ACD-FD1CEB728A2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14</a:t>
                </a:r>
              </a:p>
            </p:txBody>
          </p:sp>
        </p:grpSp>
        <p:grpSp>
          <p:nvGrpSpPr>
            <p:cNvPr id="143" name="Gruppo 142">
              <a:extLst>
                <a:ext uri="{FF2B5EF4-FFF2-40B4-BE49-F238E27FC236}">
                  <a16:creationId xmlns:a16="http://schemas.microsoft.com/office/drawing/2014/main" id="{F6431472-92F5-02A4-F9E8-C72CA010E79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44" name="Ovale 143">
                <a:extLst>
                  <a:ext uri="{FF2B5EF4-FFF2-40B4-BE49-F238E27FC236}">
                    <a16:creationId xmlns:a16="http://schemas.microsoft.com/office/drawing/2014/main" id="{D6A887E9-E34C-47B1-C183-A1812586B31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5" name="CasellaDiTesto 144">
                <a:extLst>
                  <a:ext uri="{FF2B5EF4-FFF2-40B4-BE49-F238E27FC236}">
                    <a16:creationId xmlns:a16="http://schemas.microsoft.com/office/drawing/2014/main" id="{FDEB09E8-B878-2F1E-5441-2827B5C528D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75" name="Gruppo 174">
            <a:extLst>
              <a:ext uri="{FF2B5EF4-FFF2-40B4-BE49-F238E27FC236}">
                <a16:creationId xmlns:a16="http://schemas.microsoft.com/office/drawing/2014/main" id="{B630BAC4-B035-5538-3ACF-7F279D79B448}"/>
              </a:ext>
            </a:extLst>
          </p:cNvPr>
          <p:cNvGrpSpPr/>
          <p:nvPr/>
        </p:nvGrpSpPr>
        <p:grpSpPr>
          <a:xfrm>
            <a:off x="4623912" y="3105870"/>
            <a:ext cx="1460066" cy="222843"/>
            <a:chOff x="3923267" y="734293"/>
            <a:chExt cx="1460066" cy="222843"/>
          </a:xfrm>
        </p:grpSpPr>
        <p:sp>
          <p:nvSpPr>
            <p:cNvPr id="176" name="Rettangolo con due angoli in diagonale arrotondati 175">
              <a:extLst>
                <a:ext uri="{FF2B5EF4-FFF2-40B4-BE49-F238E27FC236}">
                  <a16:creationId xmlns:a16="http://schemas.microsoft.com/office/drawing/2014/main" id="{230BB69B-E3C6-8B54-C769-0D32E22C9FB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77" name="CasellaDiTesto 176">
              <a:extLst>
                <a:ext uri="{FF2B5EF4-FFF2-40B4-BE49-F238E27FC236}">
                  <a16:creationId xmlns:a16="http://schemas.microsoft.com/office/drawing/2014/main" id="{423708AC-6A56-2E50-05D1-578B348C4FE5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LCM2 177 Cm</a:t>
              </a:r>
            </a:p>
          </p:txBody>
        </p:sp>
        <p:grpSp>
          <p:nvGrpSpPr>
            <p:cNvPr id="178" name="Gruppo 177">
              <a:extLst>
                <a:ext uri="{FF2B5EF4-FFF2-40B4-BE49-F238E27FC236}">
                  <a16:creationId xmlns:a16="http://schemas.microsoft.com/office/drawing/2014/main" id="{95D57C5C-B970-0C7D-F261-D6474EB50BA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82" name="Ovale 181">
                <a:extLst>
                  <a:ext uri="{FF2B5EF4-FFF2-40B4-BE49-F238E27FC236}">
                    <a16:creationId xmlns:a16="http://schemas.microsoft.com/office/drawing/2014/main" id="{8C53F7CD-F806-6FEC-77D6-35C37661BE8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3" name="CasellaDiTesto 182">
                <a:extLst>
                  <a:ext uri="{FF2B5EF4-FFF2-40B4-BE49-F238E27FC236}">
                    <a16:creationId xmlns:a16="http://schemas.microsoft.com/office/drawing/2014/main" id="{1BD0196A-0EA3-75DD-0726-27F718E82F2E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28</a:t>
                </a:r>
              </a:p>
            </p:txBody>
          </p:sp>
        </p:grpSp>
        <p:grpSp>
          <p:nvGrpSpPr>
            <p:cNvPr id="179" name="Gruppo 178">
              <a:extLst>
                <a:ext uri="{FF2B5EF4-FFF2-40B4-BE49-F238E27FC236}">
                  <a16:creationId xmlns:a16="http://schemas.microsoft.com/office/drawing/2014/main" id="{1F42701A-9BCD-2AD7-20A9-60B4F766E77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0" name="Ovale 179">
                <a:extLst>
                  <a:ext uri="{FF2B5EF4-FFF2-40B4-BE49-F238E27FC236}">
                    <a16:creationId xmlns:a16="http://schemas.microsoft.com/office/drawing/2014/main" id="{F6F8576E-256B-2B24-8ABB-E2BCAD796CC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1" name="CasellaDiTesto 180">
                <a:extLst>
                  <a:ext uri="{FF2B5EF4-FFF2-40B4-BE49-F238E27FC236}">
                    <a16:creationId xmlns:a16="http://schemas.microsoft.com/office/drawing/2014/main" id="{E5EBDD8D-B7CB-1F4B-600C-87E1594C247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93" name="Gruppo 192">
            <a:extLst>
              <a:ext uri="{FF2B5EF4-FFF2-40B4-BE49-F238E27FC236}">
                <a16:creationId xmlns:a16="http://schemas.microsoft.com/office/drawing/2014/main" id="{D0403BC8-5C64-F466-410D-34C5BFBBEC9D}"/>
              </a:ext>
            </a:extLst>
          </p:cNvPr>
          <p:cNvGrpSpPr/>
          <p:nvPr/>
        </p:nvGrpSpPr>
        <p:grpSpPr>
          <a:xfrm>
            <a:off x="3841541" y="1055475"/>
            <a:ext cx="1460066" cy="222843"/>
            <a:chOff x="3923267" y="734293"/>
            <a:chExt cx="1460066" cy="222843"/>
          </a:xfrm>
        </p:grpSpPr>
        <p:sp>
          <p:nvSpPr>
            <p:cNvPr id="194" name="Rettangolo con due angoli in diagonale arrotondati 193">
              <a:extLst>
                <a:ext uri="{FF2B5EF4-FFF2-40B4-BE49-F238E27FC236}">
                  <a16:creationId xmlns:a16="http://schemas.microsoft.com/office/drawing/2014/main" id="{6A7ACD85-A2DC-B17A-9C7E-52C54A398089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95" name="CasellaDiTesto 194">
              <a:extLst>
                <a:ext uri="{FF2B5EF4-FFF2-40B4-BE49-F238E27FC236}">
                  <a16:creationId xmlns:a16="http://schemas.microsoft.com/office/drawing/2014/main" id="{3F9112A5-FE97-5ED3-4CF3-41AB818E9EB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GK3</a:t>
              </a:r>
            </a:p>
          </p:txBody>
        </p:sp>
        <p:grpSp>
          <p:nvGrpSpPr>
            <p:cNvPr id="196" name="Gruppo 195">
              <a:extLst>
                <a:ext uri="{FF2B5EF4-FFF2-40B4-BE49-F238E27FC236}">
                  <a16:creationId xmlns:a16="http://schemas.microsoft.com/office/drawing/2014/main" id="{5447C6BC-F776-E391-1A30-F642EDA5814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0" name="Ovale 199">
                <a:extLst>
                  <a:ext uri="{FF2B5EF4-FFF2-40B4-BE49-F238E27FC236}">
                    <a16:creationId xmlns:a16="http://schemas.microsoft.com/office/drawing/2014/main" id="{46F4D103-05EA-E62C-3F29-4456CF57ADD1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201" name="CasellaDiTesto 200">
                <a:extLst>
                  <a:ext uri="{FF2B5EF4-FFF2-40B4-BE49-F238E27FC236}">
                    <a16:creationId xmlns:a16="http://schemas.microsoft.com/office/drawing/2014/main" id="{B790D906-0846-C8E7-559A-B57867C0E72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</a:t>
                </a:r>
              </a:p>
            </p:txBody>
          </p:sp>
        </p:grpSp>
        <p:grpSp>
          <p:nvGrpSpPr>
            <p:cNvPr id="197" name="Gruppo 196">
              <a:extLst>
                <a:ext uri="{FF2B5EF4-FFF2-40B4-BE49-F238E27FC236}">
                  <a16:creationId xmlns:a16="http://schemas.microsoft.com/office/drawing/2014/main" id="{17488327-DB85-E2C0-4B1D-6BE03B08C97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98" name="Ovale 197">
                <a:extLst>
                  <a:ext uri="{FF2B5EF4-FFF2-40B4-BE49-F238E27FC236}">
                    <a16:creationId xmlns:a16="http://schemas.microsoft.com/office/drawing/2014/main" id="{935C12D0-2547-1CF3-9645-6E62FDCB567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99" name="CasellaDiTesto 198">
                <a:extLst>
                  <a:ext uri="{FF2B5EF4-FFF2-40B4-BE49-F238E27FC236}">
                    <a16:creationId xmlns:a16="http://schemas.microsoft.com/office/drawing/2014/main" id="{FF356423-5CD7-C822-5827-9093E0317B4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02" name="Gruppo 201">
            <a:extLst>
              <a:ext uri="{FF2B5EF4-FFF2-40B4-BE49-F238E27FC236}">
                <a16:creationId xmlns:a16="http://schemas.microsoft.com/office/drawing/2014/main" id="{CBFE71D5-F1E2-4259-4914-90E98C4F7842}"/>
              </a:ext>
            </a:extLst>
          </p:cNvPr>
          <p:cNvGrpSpPr/>
          <p:nvPr/>
        </p:nvGrpSpPr>
        <p:grpSpPr>
          <a:xfrm>
            <a:off x="6533547" y="3095500"/>
            <a:ext cx="1460066" cy="222843"/>
            <a:chOff x="3923267" y="734293"/>
            <a:chExt cx="1460066" cy="222843"/>
          </a:xfrm>
        </p:grpSpPr>
        <p:sp>
          <p:nvSpPr>
            <p:cNvPr id="203" name="Rettangolo con due angoli in diagonale arrotondati 202">
              <a:extLst>
                <a:ext uri="{FF2B5EF4-FFF2-40B4-BE49-F238E27FC236}">
                  <a16:creationId xmlns:a16="http://schemas.microsoft.com/office/drawing/2014/main" id="{8E94FA03-A0DA-6241-D598-220C4B459CC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04" name="CasellaDiTesto 203">
              <a:extLst>
                <a:ext uri="{FF2B5EF4-FFF2-40B4-BE49-F238E27FC236}">
                  <a16:creationId xmlns:a16="http://schemas.microsoft.com/office/drawing/2014/main" id="{7A3D3845-B261-4AD8-6E78-4FAAA62F7117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LFB2 176 Cm</a:t>
              </a:r>
            </a:p>
          </p:txBody>
        </p:sp>
        <p:grpSp>
          <p:nvGrpSpPr>
            <p:cNvPr id="205" name="Gruppo 204">
              <a:extLst>
                <a:ext uri="{FF2B5EF4-FFF2-40B4-BE49-F238E27FC236}">
                  <a16:creationId xmlns:a16="http://schemas.microsoft.com/office/drawing/2014/main" id="{047FDCF7-6DFF-340C-BF62-C2DC722B8D8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9" name="Ovale 208">
                <a:extLst>
                  <a:ext uri="{FF2B5EF4-FFF2-40B4-BE49-F238E27FC236}">
                    <a16:creationId xmlns:a16="http://schemas.microsoft.com/office/drawing/2014/main" id="{F51790FA-4AF9-5FCD-F07D-ED20556EA24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0" name="CasellaDiTesto 209">
                <a:extLst>
                  <a:ext uri="{FF2B5EF4-FFF2-40B4-BE49-F238E27FC236}">
                    <a16:creationId xmlns:a16="http://schemas.microsoft.com/office/drawing/2014/main" id="{8229010B-2BEF-9B34-A5AA-5D044297F80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17</a:t>
                </a:r>
              </a:p>
            </p:txBody>
          </p:sp>
        </p:grpSp>
        <p:grpSp>
          <p:nvGrpSpPr>
            <p:cNvPr id="206" name="Gruppo 205">
              <a:extLst>
                <a:ext uri="{FF2B5EF4-FFF2-40B4-BE49-F238E27FC236}">
                  <a16:creationId xmlns:a16="http://schemas.microsoft.com/office/drawing/2014/main" id="{13937712-0CE5-934E-CDF5-77014529D8E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07" name="Ovale 206">
                <a:extLst>
                  <a:ext uri="{FF2B5EF4-FFF2-40B4-BE49-F238E27FC236}">
                    <a16:creationId xmlns:a16="http://schemas.microsoft.com/office/drawing/2014/main" id="{D3409173-7649-520C-31D5-1E9FC09B0DD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08" name="CasellaDiTesto 207">
                <a:extLst>
                  <a:ext uri="{FF2B5EF4-FFF2-40B4-BE49-F238E27FC236}">
                    <a16:creationId xmlns:a16="http://schemas.microsoft.com/office/drawing/2014/main" id="{31A22E81-EB01-9A32-6CF7-5C9F55DC984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11" name="Picture 2">
            <a:extLst>
              <a:ext uri="{FF2B5EF4-FFF2-40B4-BE49-F238E27FC236}">
                <a16:creationId xmlns:a16="http://schemas.microsoft.com/office/drawing/2014/main" id="{2275FB2A-59C6-AF01-6D0F-FEDDA9A3D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1518203" y="139143"/>
            <a:ext cx="343125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uppo 211">
            <a:extLst>
              <a:ext uri="{FF2B5EF4-FFF2-40B4-BE49-F238E27FC236}">
                <a16:creationId xmlns:a16="http://schemas.microsoft.com/office/drawing/2014/main" id="{CE740693-4DF9-518D-9CEF-91692444E0D7}"/>
              </a:ext>
            </a:extLst>
          </p:cNvPr>
          <p:cNvGrpSpPr/>
          <p:nvPr/>
        </p:nvGrpSpPr>
        <p:grpSpPr>
          <a:xfrm>
            <a:off x="3841541" y="680888"/>
            <a:ext cx="1460066" cy="220379"/>
            <a:chOff x="3923267" y="734293"/>
            <a:chExt cx="1460066" cy="220379"/>
          </a:xfrm>
        </p:grpSpPr>
        <p:sp>
          <p:nvSpPr>
            <p:cNvPr id="213" name="Rettangolo con due angoli in diagonale arrotondati 212">
              <a:extLst>
                <a:ext uri="{FF2B5EF4-FFF2-40B4-BE49-F238E27FC236}">
                  <a16:creationId xmlns:a16="http://schemas.microsoft.com/office/drawing/2014/main" id="{810A8E91-E6F5-861E-F941-457CB9C3C89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14" name="CasellaDiTesto 213">
              <a:extLst>
                <a:ext uri="{FF2B5EF4-FFF2-40B4-BE49-F238E27FC236}">
                  <a16:creationId xmlns:a16="http://schemas.microsoft.com/office/drawing/2014/main" id="{EAF38FAA-D82A-2DCC-94B4-4C343A418F33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GK1</a:t>
              </a:r>
            </a:p>
          </p:txBody>
        </p:sp>
        <p:grpSp>
          <p:nvGrpSpPr>
            <p:cNvPr id="215" name="Gruppo 214">
              <a:extLst>
                <a:ext uri="{FF2B5EF4-FFF2-40B4-BE49-F238E27FC236}">
                  <a16:creationId xmlns:a16="http://schemas.microsoft.com/office/drawing/2014/main" id="{B98F73C2-6AA5-2D7D-624D-5C0E72A43EF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19" name="Ovale 218">
                <a:extLst>
                  <a:ext uri="{FF2B5EF4-FFF2-40B4-BE49-F238E27FC236}">
                    <a16:creationId xmlns:a16="http://schemas.microsoft.com/office/drawing/2014/main" id="{B270E7A1-B06C-A98F-F8F3-BBF215F62EDC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0" name="CasellaDiTesto 219">
                <a:extLst>
                  <a:ext uri="{FF2B5EF4-FFF2-40B4-BE49-F238E27FC236}">
                    <a16:creationId xmlns:a16="http://schemas.microsoft.com/office/drawing/2014/main" id="{77A741FD-850B-802C-F0F9-A8F71ED79E9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</a:t>
                </a:r>
              </a:p>
            </p:txBody>
          </p:sp>
        </p:grpSp>
        <p:grpSp>
          <p:nvGrpSpPr>
            <p:cNvPr id="216" name="Gruppo 215">
              <a:extLst>
                <a:ext uri="{FF2B5EF4-FFF2-40B4-BE49-F238E27FC236}">
                  <a16:creationId xmlns:a16="http://schemas.microsoft.com/office/drawing/2014/main" id="{368D6889-83B9-CE7A-556F-4F28F48E6B5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17" name="Ovale 216">
                <a:extLst>
                  <a:ext uri="{FF2B5EF4-FFF2-40B4-BE49-F238E27FC236}">
                    <a16:creationId xmlns:a16="http://schemas.microsoft.com/office/drawing/2014/main" id="{2BFC0474-6318-C798-83C8-1265299BA75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8" name="CasellaDiTesto 217">
                <a:extLst>
                  <a:ext uri="{FF2B5EF4-FFF2-40B4-BE49-F238E27FC236}">
                    <a16:creationId xmlns:a16="http://schemas.microsoft.com/office/drawing/2014/main" id="{678717D8-B568-0842-0BB6-2C043A01B68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21" name="Gruppo 220">
            <a:extLst>
              <a:ext uri="{FF2B5EF4-FFF2-40B4-BE49-F238E27FC236}">
                <a16:creationId xmlns:a16="http://schemas.microsoft.com/office/drawing/2014/main" id="{FF0BB789-20A1-E405-DB6B-F4F52EC9F87B}"/>
              </a:ext>
            </a:extLst>
          </p:cNvPr>
          <p:cNvGrpSpPr/>
          <p:nvPr/>
        </p:nvGrpSpPr>
        <p:grpSpPr>
          <a:xfrm>
            <a:off x="5525515" y="1984232"/>
            <a:ext cx="1460066" cy="222843"/>
            <a:chOff x="3923267" y="734293"/>
            <a:chExt cx="1460066" cy="222843"/>
          </a:xfrm>
        </p:grpSpPr>
        <p:sp>
          <p:nvSpPr>
            <p:cNvPr id="222" name="Rettangolo con due angoli in diagonale arrotondati 221">
              <a:extLst>
                <a:ext uri="{FF2B5EF4-FFF2-40B4-BE49-F238E27FC236}">
                  <a16:creationId xmlns:a16="http://schemas.microsoft.com/office/drawing/2014/main" id="{4202E856-F37D-F9F8-2E35-892D1932335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23" name="CasellaDiTesto 222">
              <a:extLst>
                <a:ext uri="{FF2B5EF4-FFF2-40B4-BE49-F238E27FC236}">
                  <a16:creationId xmlns:a16="http://schemas.microsoft.com/office/drawing/2014/main" id="{9C02BDBD-ED24-983E-7598-FBA5C47D1F6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LCB2 182 Cm</a:t>
              </a:r>
            </a:p>
          </p:txBody>
        </p:sp>
        <p:grpSp>
          <p:nvGrpSpPr>
            <p:cNvPr id="224" name="Gruppo 223">
              <a:extLst>
                <a:ext uri="{FF2B5EF4-FFF2-40B4-BE49-F238E27FC236}">
                  <a16:creationId xmlns:a16="http://schemas.microsoft.com/office/drawing/2014/main" id="{CF527EC4-2B47-64B1-6335-8DCAD44490E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28" name="Ovale 227">
                <a:extLst>
                  <a:ext uri="{FF2B5EF4-FFF2-40B4-BE49-F238E27FC236}">
                    <a16:creationId xmlns:a16="http://schemas.microsoft.com/office/drawing/2014/main" id="{4819D13A-6CB6-E75D-2CED-A75799BE8E5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9" name="CasellaDiTesto 228">
                <a:extLst>
                  <a:ext uri="{FF2B5EF4-FFF2-40B4-BE49-F238E27FC236}">
                    <a16:creationId xmlns:a16="http://schemas.microsoft.com/office/drawing/2014/main" id="{728C908B-6A87-694D-FB34-7CDF384B74C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11</a:t>
                </a:r>
              </a:p>
            </p:txBody>
          </p:sp>
        </p:grpSp>
        <p:grpSp>
          <p:nvGrpSpPr>
            <p:cNvPr id="225" name="Gruppo 224">
              <a:extLst>
                <a:ext uri="{FF2B5EF4-FFF2-40B4-BE49-F238E27FC236}">
                  <a16:creationId xmlns:a16="http://schemas.microsoft.com/office/drawing/2014/main" id="{8C185CB8-D39A-E881-61B0-DB1605C1C61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26" name="Ovale 225">
                <a:extLst>
                  <a:ext uri="{FF2B5EF4-FFF2-40B4-BE49-F238E27FC236}">
                    <a16:creationId xmlns:a16="http://schemas.microsoft.com/office/drawing/2014/main" id="{402C6464-AEE5-7556-0869-BE83E03C28C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7" name="CasellaDiTesto 226">
                <a:extLst>
                  <a:ext uri="{FF2B5EF4-FFF2-40B4-BE49-F238E27FC236}">
                    <a16:creationId xmlns:a16="http://schemas.microsoft.com/office/drawing/2014/main" id="{28212052-0F20-2345-63F4-3FC7C533258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30" name="Gruppo 229">
            <a:extLst>
              <a:ext uri="{FF2B5EF4-FFF2-40B4-BE49-F238E27FC236}">
                <a16:creationId xmlns:a16="http://schemas.microsoft.com/office/drawing/2014/main" id="{A6C3EB7E-8CBC-E4FD-1E50-7B12041DE8C8}"/>
              </a:ext>
            </a:extLst>
          </p:cNvPr>
          <p:cNvGrpSpPr/>
          <p:nvPr/>
        </p:nvGrpSpPr>
        <p:grpSpPr>
          <a:xfrm>
            <a:off x="3083034" y="3105571"/>
            <a:ext cx="1460066" cy="222843"/>
            <a:chOff x="3923267" y="734293"/>
            <a:chExt cx="1460066" cy="222843"/>
          </a:xfrm>
        </p:grpSpPr>
        <p:sp>
          <p:nvSpPr>
            <p:cNvPr id="231" name="Rettangolo con due angoli in diagonale arrotondati 230">
              <a:extLst>
                <a:ext uri="{FF2B5EF4-FFF2-40B4-BE49-F238E27FC236}">
                  <a16:creationId xmlns:a16="http://schemas.microsoft.com/office/drawing/2014/main" id="{B3F3DDBE-9AEB-8F35-176C-29E0E654A30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32" name="CasellaDiTesto 231">
              <a:extLst>
                <a:ext uri="{FF2B5EF4-FFF2-40B4-BE49-F238E27FC236}">
                  <a16:creationId xmlns:a16="http://schemas.microsoft.com/office/drawing/2014/main" id="{799FB461-5C2B-2CCE-AEB9-98382C6E399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RCM2 181 Cm</a:t>
              </a:r>
            </a:p>
          </p:txBody>
        </p:sp>
        <p:grpSp>
          <p:nvGrpSpPr>
            <p:cNvPr id="233" name="Gruppo 232">
              <a:extLst>
                <a:ext uri="{FF2B5EF4-FFF2-40B4-BE49-F238E27FC236}">
                  <a16:creationId xmlns:a16="http://schemas.microsoft.com/office/drawing/2014/main" id="{EAAAE48C-0E3F-CC7C-DDEA-5E42841540B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37" name="Ovale 236">
                <a:extLst>
                  <a:ext uri="{FF2B5EF4-FFF2-40B4-BE49-F238E27FC236}">
                    <a16:creationId xmlns:a16="http://schemas.microsoft.com/office/drawing/2014/main" id="{EB782792-A8F1-4F10-0D12-F94F7F3B4F0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8" name="CasellaDiTesto 237">
                <a:extLst>
                  <a:ext uri="{FF2B5EF4-FFF2-40B4-BE49-F238E27FC236}">
                    <a16:creationId xmlns:a16="http://schemas.microsoft.com/office/drawing/2014/main" id="{A150A406-2F0A-6A04-2A56-4837FFEF3B2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24</a:t>
                </a:r>
              </a:p>
            </p:txBody>
          </p:sp>
        </p:grpSp>
        <p:grpSp>
          <p:nvGrpSpPr>
            <p:cNvPr id="234" name="Gruppo 233">
              <a:extLst>
                <a:ext uri="{FF2B5EF4-FFF2-40B4-BE49-F238E27FC236}">
                  <a16:creationId xmlns:a16="http://schemas.microsoft.com/office/drawing/2014/main" id="{8971C6E3-1CD3-2B48-AB11-12C24557B5B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35" name="Ovale 234">
                <a:extLst>
                  <a:ext uri="{FF2B5EF4-FFF2-40B4-BE49-F238E27FC236}">
                    <a16:creationId xmlns:a16="http://schemas.microsoft.com/office/drawing/2014/main" id="{DAC8D176-CBDE-7CD3-E019-EBFBA782971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6" name="CasellaDiTesto 235">
                <a:extLst>
                  <a:ext uri="{FF2B5EF4-FFF2-40B4-BE49-F238E27FC236}">
                    <a16:creationId xmlns:a16="http://schemas.microsoft.com/office/drawing/2014/main" id="{564683EB-EDA6-0D51-F578-2684FA850FC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48" name="Gruppo 247">
            <a:extLst>
              <a:ext uri="{FF2B5EF4-FFF2-40B4-BE49-F238E27FC236}">
                <a16:creationId xmlns:a16="http://schemas.microsoft.com/office/drawing/2014/main" id="{E96D177F-101F-CDEB-FCB1-E4FDC8EDE4C6}"/>
              </a:ext>
            </a:extLst>
          </p:cNvPr>
          <p:cNvGrpSpPr/>
          <p:nvPr/>
        </p:nvGrpSpPr>
        <p:grpSpPr>
          <a:xfrm>
            <a:off x="4623912" y="3307900"/>
            <a:ext cx="1460066" cy="222843"/>
            <a:chOff x="3923267" y="734293"/>
            <a:chExt cx="1460066" cy="222843"/>
          </a:xfrm>
        </p:grpSpPr>
        <p:sp>
          <p:nvSpPr>
            <p:cNvPr id="249" name="Rettangolo con due angoli in diagonale arrotondati 248">
              <a:extLst>
                <a:ext uri="{FF2B5EF4-FFF2-40B4-BE49-F238E27FC236}">
                  <a16:creationId xmlns:a16="http://schemas.microsoft.com/office/drawing/2014/main" id="{AFDD40C7-0C0B-4273-9025-C619612696B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0" name="CasellaDiTesto 249">
              <a:extLst>
                <a:ext uri="{FF2B5EF4-FFF2-40B4-BE49-F238E27FC236}">
                  <a16:creationId xmlns:a16="http://schemas.microsoft.com/office/drawing/2014/main" id="{007BA414-9FB8-8F87-9E3C-C790D7D9E3B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LCM3 186 Cm</a:t>
              </a:r>
            </a:p>
          </p:txBody>
        </p:sp>
        <p:grpSp>
          <p:nvGrpSpPr>
            <p:cNvPr id="251" name="Gruppo 250">
              <a:extLst>
                <a:ext uri="{FF2B5EF4-FFF2-40B4-BE49-F238E27FC236}">
                  <a16:creationId xmlns:a16="http://schemas.microsoft.com/office/drawing/2014/main" id="{41B4BB7E-D8F2-03CD-8E6B-78F18B44457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55" name="Ovale 254">
                <a:extLst>
                  <a:ext uri="{FF2B5EF4-FFF2-40B4-BE49-F238E27FC236}">
                    <a16:creationId xmlns:a16="http://schemas.microsoft.com/office/drawing/2014/main" id="{A1F7A442-CE65-9039-6343-ED336E0C50B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6" name="CasellaDiTesto 255">
                <a:extLst>
                  <a:ext uri="{FF2B5EF4-FFF2-40B4-BE49-F238E27FC236}">
                    <a16:creationId xmlns:a16="http://schemas.microsoft.com/office/drawing/2014/main" id="{0B172ED3-8818-1605-3F29-523564F4366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29</a:t>
                </a:r>
              </a:p>
            </p:txBody>
          </p:sp>
        </p:grpSp>
        <p:grpSp>
          <p:nvGrpSpPr>
            <p:cNvPr id="252" name="Gruppo 251">
              <a:extLst>
                <a:ext uri="{FF2B5EF4-FFF2-40B4-BE49-F238E27FC236}">
                  <a16:creationId xmlns:a16="http://schemas.microsoft.com/office/drawing/2014/main" id="{A6E8E756-B56F-108E-5BFC-F1446D41DC7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53" name="Ovale 252">
                <a:extLst>
                  <a:ext uri="{FF2B5EF4-FFF2-40B4-BE49-F238E27FC236}">
                    <a16:creationId xmlns:a16="http://schemas.microsoft.com/office/drawing/2014/main" id="{9A3293F0-DB06-0910-16C6-6F1F41D5BB9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4" name="CasellaDiTesto 253">
                <a:extLst>
                  <a:ext uri="{FF2B5EF4-FFF2-40B4-BE49-F238E27FC236}">
                    <a16:creationId xmlns:a16="http://schemas.microsoft.com/office/drawing/2014/main" id="{B8D77D81-2CF2-EA64-F3B5-F30ED5B0509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57" name="Gruppo 256">
            <a:extLst>
              <a:ext uri="{FF2B5EF4-FFF2-40B4-BE49-F238E27FC236}">
                <a16:creationId xmlns:a16="http://schemas.microsoft.com/office/drawing/2014/main" id="{FC32982E-6C29-FFCE-A6CA-D5FC2A69F14E}"/>
              </a:ext>
            </a:extLst>
          </p:cNvPr>
          <p:cNvGrpSpPr/>
          <p:nvPr/>
        </p:nvGrpSpPr>
        <p:grpSpPr>
          <a:xfrm>
            <a:off x="3083034" y="3307751"/>
            <a:ext cx="1460066" cy="222843"/>
            <a:chOff x="3923267" y="734293"/>
            <a:chExt cx="1460066" cy="222843"/>
          </a:xfrm>
        </p:grpSpPr>
        <p:sp>
          <p:nvSpPr>
            <p:cNvPr id="258" name="Rettangolo con due angoli in diagonale arrotondati 257">
              <a:extLst>
                <a:ext uri="{FF2B5EF4-FFF2-40B4-BE49-F238E27FC236}">
                  <a16:creationId xmlns:a16="http://schemas.microsoft.com/office/drawing/2014/main" id="{6C06E8FF-4B5D-95DA-2A9F-A2E53B39B4F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9" name="CasellaDiTesto 258">
              <a:extLst>
                <a:ext uri="{FF2B5EF4-FFF2-40B4-BE49-F238E27FC236}">
                  <a16:creationId xmlns:a16="http://schemas.microsoft.com/office/drawing/2014/main" id="{9AAA1C15-E202-87F8-D179-859BF6FD7C62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RCM3 185 Cm</a:t>
              </a:r>
            </a:p>
          </p:txBody>
        </p:sp>
        <p:grpSp>
          <p:nvGrpSpPr>
            <p:cNvPr id="260" name="Gruppo 259">
              <a:extLst>
                <a:ext uri="{FF2B5EF4-FFF2-40B4-BE49-F238E27FC236}">
                  <a16:creationId xmlns:a16="http://schemas.microsoft.com/office/drawing/2014/main" id="{E6704044-A462-76BA-F701-D0B1BAF2A1A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64" name="Ovale 263">
                <a:extLst>
                  <a:ext uri="{FF2B5EF4-FFF2-40B4-BE49-F238E27FC236}">
                    <a16:creationId xmlns:a16="http://schemas.microsoft.com/office/drawing/2014/main" id="{0223E35E-F299-E1FE-D399-A45010869DD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5" name="CasellaDiTesto 264">
                <a:extLst>
                  <a:ext uri="{FF2B5EF4-FFF2-40B4-BE49-F238E27FC236}">
                    <a16:creationId xmlns:a16="http://schemas.microsoft.com/office/drawing/2014/main" id="{037A6EC9-4DD1-FBFC-A43A-8669BE89569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25</a:t>
                </a:r>
              </a:p>
            </p:txBody>
          </p:sp>
        </p:grpSp>
        <p:grpSp>
          <p:nvGrpSpPr>
            <p:cNvPr id="261" name="Gruppo 260">
              <a:extLst>
                <a:ext uri="{FF2B5EF4-FFF2-40B4-BE49-F238E27FC236}">
                  <a16:creationId xmlns:a16="http://schemas.microsoft.com/office/drawing/2014/main" id="{C4A16405-DC8E-6192-F8EB-CCEC8F7BB58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62" name="Ovale 261">
                <a:extLst>
                  <a:ext uri="{FF2B5EF4-FFF2-40B4-BE49-F238E27FC236}">
                    <a16:creationId xmlns:a16="http://schemas.microsoft.com/office/drawing/2014/main" id="{3D661AB2-2A2F-8647-1484-5C54B76FAA3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3" name="CasellaDiTesto 262">
                <a:extLst>
                  <a:ext uri="{FF2B5EF4-FFF2-40B4-BE49-F238E27FC236}">
                    <a16:creationId xmlns:a16="http://schemas.microsoft.com/office/drawing/2014/main" id="{5C417401-B941-1E05-F921-5816FC34C8F9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66" name="Picture 2">
            <a:extLst>
              <a:ext uri="{FF2B5EF4-FFF2-40B4-BE49-F238E27FC236}">
                <a16:creationId xmlns:a16="http://schemas.microsoft.com/office/drawing/2014/main" id="{ADAB218D-B443-C792-6127-1EFCD1B9C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988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4">
            <a:extLst>
              <a:ext uri="{FF2B5EF4-FFF2-40B4-BE49-F238E27FC236}">
                <a16:creationId xmlns:a16="http://schemas.microsoft.com/office/drawing/2014/main" id="{A74791AB-5B2A-7ADE-3163-D555DF3D9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296" y="1594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6">
            <a:extLst>
              <a:ext uri="{FF2B5EF4-FFF2-40B4-BE49-F238E27FC236}">
                <a16:creationId xmlns:a16="http://schemas.microsoft.com/office/drawing/2014/main" id="{553B9083-A070-66B2-CE30-5E78BBC7C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34" y="23841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Picture 12">
            <a:extLst>
              <a:ext uri="{FF2B5EF4-FFF2-40B4-BE49-F238E27FC236}">
                <a16:creationId xmlns:a16="http://schemas.microsoft.com/office/drawing/2014/main" id="{1698E5E7-90AE-AE5B-37B4-10803D224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753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Picture 14">
            <a:extLst>
              <a:ext uri="{FF2B5EF4-FFF2-40B4-BE49-F238E27FC236}">
                <a16:creationId xmlns:a16="http://schemas.microsoft.com/office/drawing/2014/main" id="{EBC6A5FE-2473-7565-8457-79B568233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778" y="23841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Picture 18">
            <a:extLst>
              <a:ext uri="{FF2B5EF4-FFF2-40B4-BE49-F238E27FC236}">
                <a16:creationId xmlns:a16="http://schemas.microsoft.com/office/drawing/2014/main" id="{593011B7-EBEC-C98D-A28A-DA2DF77E8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013" y="126493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Picture 20">
            <a:extLst>
              <a:ext uri="{FF2B5EF4-FFF2-40B4-BE49-F238E27FC236}">
                <a16:creationId xmlns:a16="http://schemas.microsoft.com/office/drawing/2014/main" id="{B1923714-96E1-8059-4358-68BC6AFF3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866" y="238454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Picture 22">
            <a:extLst>
              <a:ext uri="{FF2B5EF4-FFF2-40B4-BE49-F238E27FC236}">
                <a16:creationId xmlns:a16="http://schemas.microsoft.com/office/drawing/2014/main" id="{4E2AD1D3-7D99-6DA9-FF4B-BFD3C12C3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141" y="23841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6" name="Gruppo 285">
            <a:extLst>
              <a:ext uri="{FF2B5EF4-FFF2-40B4-BE49-F238E27FC236}">
                <a16:creationId xmlns:a16="http://schemas.microsoft.com/office/drawing/2014/main" id="{076D1583-DC65-B3B4-EC42-C85FB578F752}"/>
              </a:ext>
            </a:extLst>
          </p:cNvPr>
          <p:cNvGrpSpPr/>
          <p:nvPr/>
        </p:nvGrpSpPr>
        <p:grpSpPr>
          <a:xfrm>
            <a:off x="2223894" y="2179111"/>
            <a:ext cx="1460066" cy="222843"/>
            <a:chOff x="3923267" y="734293"/>
            <a:chExt cx="1460066" cy="222843"/>
          </a:xfrm>
        </p:grpSpPr>
        <p:sp>
          <p:nvSpPr>
            <p:cNvPr id="287" name="Rettangolo con due angoli in diagonale arrotondati 286">
              <a:extLst>
                <a:ext uri="{FF2B5EF4-FFF2-40B4-BE49-F238E27FC236}">
                  <a16:creationId xmlns:a16="http://schemas.microsoft.com/office/drawing/2014/main" id="{A5805105-87DB-EEFB-2FA0-973C23D2B88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88" name="CasellaDiTesto 287">
              <a:extLst>
                <a:ext uri="{FF2B5EF4-FFF2-40B4-BE49-F238E27FC236}">
                  <a16:creationId xmlns:a16="http://schemas.microsoft.com/office/drawing/2014/main" id="{D95EA06B-EE11-9B29-38A4-62BA140B0A8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RCB3 184 Cm</a:t>
              </a:r>
            </a:p>
          </p:txBody>
        </p:sp>
        <p:grpSp>
          <p:nvGrpSpPr>
            <p:cNvPr id="289" name="Gruppo 288">
              <a:extLst>
                <a:ext uri="{FF2B5EF4-FFF2-40B4-BE49-F238E27FC236}">
                  <a16:creationId xmlns:a16="http://schemas.microsoft.com/office/drawing/2014/main" id="{84B1A0C7-7823-AA81-C405-EFA74F4E005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93" name="Ovale 292">
                <a:extLst>
                  <a:ext uri="{FF2B5EF4-FFF2-40B4-BE49-F238E27FC236}">
                    <a16:creationId xmlns:a16="http://schemas.microsoft.com/office/drawing/2014/main" id="{5FD35748-A02E-A2A9-C8C3-91D3F31EF31C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4" name="CasellaDiTesto 293">
                <a:extLst>
                  <a:ext uri="{FF2B5EF4-FFF2-40B4-BE49-F238E27FC236}">
                    <a16:creationId xmlns:a16="http://schemas.microsoft.com/office/drawing/2014/main" id="{199C33F9-523F-E57C-573A-B927256525D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6</a:t>
                </a:r>
              </a:p>
            </p:txBody>
          </p:sp>
        </p:grpSp>
        <p:grpSp>
          <p:nvGrpSpPr>
            <p:cNvPr id="290" name="Gruppo 289">
              <a:extLst>
                <a:ext uri="{FF2B5EF4-FFF2-40B4-BE49-F238E27FC236}">
                  <a16:creationId xmlns:a16="http://schemas.microsoft.com/office/drawing/2014/main" id="{F88ACE4D-53ED-D694-EBC7-E0B353253C7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91" name="Ovale 290">
                <a:extLst>
                  <a:ext uri="{FF2B5EF4-FFF2-40B4-BE49-F238E27FC236}">
                    <a16:creationId xmlns:a16="http://schemas.microsoft.com/office/drawing/2014/main" id="{5D22FD8F-97DA-A363-5160-F149DC55CA5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2" name="CasellaDiTesto 291">
                <a:extLst>
                  <a:ext uri="{FF2B5EF4-FFF2-40B4-BE49-F238E27FC236}">
                    <a16:creationId xmlns:a16="http://schemas.microsoft.com/office/drawing/2014/main" id="{D45FDE55-7448-2161-12DC-D169C28BB85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95" name="Gruppo 294">
            <a:extLst>
              <a:ext uri="{FF2B5EF4-FFF2-40B4-BE49-F238E27FC236}">
                <a16:creationId xmlns:a16="http://schemas.microsoft.com/office/drawing/2014/main" id="{B68AB42A-4FFE-F3DD-5169-9B1D83F25A65}"/>
              </a:ext>
            </a:extLst>
          </p:cNvPr>
          <p:cNvGrpSpPr/>
          <p:nvPr/>
        </p:nvGrpSpPr>
        <p:grpSpPr>
          <a:xfrm>
            <a:off x="3847679" y="2182358"/>
            <a:ext cx="1460066" cy="222843"/>
            <a:chOff x="3923267" y="734293"/>
            <a:chExt cx="1460066" cy="222843"/>
          </a:xfrm>
        </p:grpSpPr>
        <p:sp>
          <p:nvSpPr>
            <p:cNvPr id="296" name="Rettangolo con due angoli in diagonale arrotondati 295">
              <a:extLst>
                <a:ext uri="{FF2B5EF4-FFF2-40B4-BE49-F238E27FC236}">
                  <a16:creationId xmlns:a16="http://schemas.microsoft.com/office/drawing/2014/main" id="{6E86C704-1782-E355-3BEA-96C2F80975C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97" name="CasellaDiTesto 296">
              <a:extLst>
                <a:ext uri="{FF2B5EF4-FFF2-40B4-BE49-F238E27FC236}">
                  <a16:creationId xmlns:a16="http://schemas.microsoft.com/office/drawing/2014/main" id="{E4A5C7CD-576A-9EF6-B180-0D524208BB7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CB3 194 Cm</a:t>
              </a:r>
            </a:p>
          </p:txBody>
        </p:sp>
        <p:grpSp>
          <p:nvGrpSpPr>
            <p:cNvPr id="298" name="Gruppo 297">
              <a:extLst>
                <a:ext uri="{FF2B5EF4-FFF2-40B4-BE49-F238E27FC236}">
                  <a16:creationId xmlns:a16="http://schemas.microsoft.com/office/drawing/2014/main" id="{AF05276E-59E1-D0FA-72B9-2E13A35D145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02" name="Ovale 301">
                <a:extLst>
                  <a:ext uri="{FF2B5EF4-FFF2-40B4-BE49-F238E27FC236}">
                    <a16:creationId xmlns:a16="http://schemas.microsoft.com/office/drawing/2014/main" id="{27C362AC-2076-7A25-2B04-672C3EB5372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3" name="CasellaDiTesto 302">
                <a:extLst>
                  <a:ext uri="{FF2B5EF4-FFF2-40B4-BE49-F238E27FC236}">
                    <a16:creationId xmlns:a16="http://schemas.microsoft.com/office/drawing/2014/main" id="{C9A19F82-D9BC-05E8-0018-6984CA76B79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9</a:t>
                </a:r>
              </a:p>
            </p:txBody>
          </p:sp>
        </p:grpSp>
        <p:grpSp>
          <p:nvGrpSpPr>
            <p:cNvPr id="299" name="Gruppo 298">
              <a:extLst>
                <a:ext uri="{FF2B5EF4-FFF2-40B4-BE49-F238E27FC236}">
                  <a16:creationId xmlns:a16="http://schemas.microsoft.com/office/drawing/2014/main" id="{57B9B22D-BA37-4962-84C0-2337AFC481D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00" name="Ovale 299">
                <a:extLst>
                  <a:ext uri="{FF2B5EF4-FFF2-40B4-BE49-F238E27FC236}">
                    <a16:creationId xmlns:a16="http://schemas.microsoft.com/office/drawing/2014/main" id="{0C7D39B1-C933-4250-03F3-E887A8D8395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1" name="CasellaDiTesto 300">
                <a:extLst>
                  <a:ext uri="{FF2B5EF4-FFF2-40B4-BE49-F238E27FC236}">
                    <a16:creationId xmlns:a16="http://schemas.microsoft.com/office/drawing/2014/main" id="{1616A380-9285-5633-FCDB-B3DC8468484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04" name="Gruppo 303">
            <a:extLst>
              <a:ext uri="{FF2B5EF4-FFF2-40B4-BE49-F238E27FC236}">
                <a16:creationId xmlns:a16="http://schemas.microsoft.com/office/drawing/2014/main" id="{F0CEB4C2-0E79-7858-85F5-F96950164AB4}"/>
              </a:ext>
            </a:extLst>
          </p:cNvPr>
          <p:cNvGrpSpPr/>
          <p:nvPr/>
        </p:nvGrpSpPr>
        <p:grpSpPr>
          <a:xfrm>
            <a:off x="5525515" y="2176603"/>
            <a:ext cx="1460066" cy="222843"/>
            <a:chOff x="3923267" y="734293"/>
            <a:chExt cx="1460066" cy="222843"/>
          </a:xfrm>
        </p:grpSpPr>
        <p:sp>
          <p:nvSpPr>
            <p:cNvPr id="305" name="Rettangolo con due angoli in diagonale arrotondati 304">
              <a:extLst>
                <a:ext uri="{FF2B5EF4-FFF2-40B4-BE49-F238E27FC236}">
                  <a16:creationId xmlns:a16="http://schemas.microsoft.com/office/drawing/2014/main" id="{89D7C5F9-67A5-987F-3234-8986F35AA13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06" name="CasellaDiTesto 305">
              <a:extLst>
                <a:ext uri="{FF2B5EF4-FFF2-40B4-BE49-F238E27FC236}">
                  <a16:creationId xmlns:a16="http://schemas.microsoft.com/office/drawing/2014/main" id="{7E402388-DE00-7542-8CE8-B0FA47EC90F2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LCB3 194 Cm</a:t>
              </a:r>
            </a:p>
          </p:txBody>
        </p:sp>
        <p:grpSp>
          <p:nvGrpSpPr>
            <p:cNvPr id="307" name="Gruppo 306">
              <a:extLst>
                <a:ext uri="{FF2B5EF4-FFF2-40B4-BE49-F238E27FC236}">
                  <a16:creationId xmlns:a16="http://schemas.microsoft.com/office/drawing/2014/main" id="{B17B2C13-AABF-AABA-E873-1521A04A1BD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11" name="Ovale 310">
                <a:extLst>
                  <a:ext uri="{FF2B5EF4-FFF2-40B4-BE49-F238E27FC236}">
                    <a16:creationId xmlns:a16="http://schemas.microsoft.com/office/drawing/2014/main" id="{6E26D753-7B97-5440-6405-08957B76A61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2" name="CasellaDiTesto 311">
                <a:extLst>
                  <a:ext uri="{FF2B5EF4-FFF2-40B4-BE49-F238E27FC236}">
                    <a16:creationId xmlns:a16="http://schemas.microsoft.com/office/drawing/2014/main" id="{B68E02A8-2EA0-147D-0B01-5EE64488404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12</a:t>
                </a:r>
              </a:p>
            </p:txBody>
          </p:sp>
        </p:grpSp>
        <p:grpSp>
          <p:nvGrpSpPr>
            <p:cNvPr id="308" name="Gruppo 307">
              <a:extLst>
                <a:ext uri="{FF2B5EF4-FFF2-40B4-BE49-F238E27FC236}">
                  <a16:creationId xmlns:a16="http://schemas.microsoft.com/office/drawing/2014/main" id="{40D5CA0C-C48B-B782-2172-95E6000F954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09" name="Ovale 308">
                <a:extLst>
                  <a:ext uri="{FF2B5EF4-FFF2-40B4-BE49-F238E27FC236}">
                    <a16:creationId xmlns:a16="http://schemas.microsoft.com/office/drawing/2014/main" id="{131AA294-9B28-D1A0-0E27-A20D092ED5C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0" name="CasellaDiTesto 309">
                <a:extLst>
                  <a:ext uri="{FF2B5EF4-FFF2-40B4-BE49-F238E27FC236}">
                    <a16:creationId xmlns:a16="http://schemas.microsoft.com/office/drawing/2014/main" id="{E5A66109-8F19-8FBB-5FCB-4FABBCDC41E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22" name="Gruppo 321">
            <a:extLst>
              <a:ext uri="{FF2B5EF4-FFF2-40B4-BE49-F238E27FC236}">
                <a16:creationId xmlns:a16="http://schemas.microsoft.com/office/drawing/2014/main" id="{BCFA434C-BB7A-0071-AF07-50CC69910D72}"/>
              </a:ext>
            </a:extLst>
          </p:cNvPr>
          <p:cNvGrpSpPr/>
          <p:nvPr/>
        </p:nvGrpSpPr>
        <p:grpSpPr>
          <a:xfrm>
            <a:off x="1184949" y="3310878"/>
            <a:ext cx="1460066" cy="222843"/>
            <a:chOff x="3923267" y="734293"/>
            <a:chExt cx="1460066" cy="222843"/>
          </a:xfrm>
        </p:grpSpPr>
        <p:sp>
          <p:nvSpPr>
            <p:cNvPr id="323" name="Rettangolo con due angoli in diagonale arrotondati 322">
              <a:extLst>
                <a:ext uri="{FF2B5EF4-FFF2-40B4-BE49-F238E27FC236}">
                  <a16:creationId xmlns:a16="http://schemas.microsoft.com/office/drawing/2014/main" id="{BB15F4D9-5F56-6846-49F3-6D9E7399E1C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24" name="CasellaDiTesto 323">
              <a:extLst>
                <a:ext uri="{FF2B5EF4-FFF2-40B4-BE49-F238E27FC236}">
                  <a16:creationId xmlns:a16="http://schemas.microsoft.com/office/drawing/2014/main" id="{6D1FBF45-3E46-808C-2C1C-C532E96C41B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RFB3 185 Cm</a:t>
              </a:r>
            </a:p>
          </p:txBody>
        </p:sp>
        <p:grpSp>
          <p:nvGrpSpPr>
            <p:cNvPr id="325" name="Gruppo 324">
              <a:extLst>
                <a:ext uri="{FF2B5EF4-FFF2-40B4-BE49-F238E27FC236}">
                  <a16:creationId xmlns:a16="http://schemas.microsoft.com/office/drawing/2014/main" id="{AFB05D7B-BD62-6007-741D-380EEA46AB5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29" name="Ovale 328">
                <a:extLst>
                  <a:ext uri="{FF2B5EF4-FFF2-40B4-BE49-F238E27FC236}">
                    <a16:creationId xmlns:a16="http://schemas.microsoft.com/office/drawing/2014/main" id="{FFF1E3E1-B09E-7A8F-E6D2-8C1E9BC8124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0" name="CasellaDiTesto 329">
                <a:extLst>
                  <a:ext uri="{FF2B5EF4-FFF2-40B4-BE49-F238E27FC236}">
                    <a16:creationId xmlns:a16="http://schemas.microsoft.com/office/drawing/2014/main" id="{1651A7F6-1EA1-8F33-A333-9C65E06AA13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15</a:t>
                </a:r>
              </a:p>
            </p:txBody>
          </p:sp>
        </p:grpSp>
        <p:grpSp>
          <p:nvGrpSpPr>
            <p:cNvPr id="326" name="Gruppo 325">
              <a:extLst>
                <a:ext uri="{FF2B5EF4-FFF2-40B4-BE49-F238E27FC236}">
                  <a16:creationId xmlns:a16="http://schemas.microsoft.com/office/drawing/2014/main" id="{29D5140C-63C5-9117-1AF7-D0B0B81F0C0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27" name="Ovale 326">
                <a:extLst>
                  <a:ext uri="{FF2B5EF4-FFF2-40B4-BE49-F238E27FC236}">
                    <a16:creationId xmlns:a16="http://schemas.microsoft.com/office/drawing/2014/main" id="{D189FD12-B262-3E33-7BE0-D0F13D2A619C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28" name="CasellaDiTesto 327">
                <a:extLst>
                  <a:ext uri="{FF2B5EF4-FFF2-40B4-BE49-F238E27FC236}">
                    <a16:creationId xmlns:a16="http://schemas.microsoft.com/office/drawing/2014/main" id="{765B86A2-204C-3B2D-2F86-652FEC63B32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31" name="Gruppo 330">
            <a:extLst>
              <a:ext uri="{FF2B5EF4-FFF2-40B4-BE49-F238E27FC236}">
                <a16:creationId xmlns:a16="http://schemas.microsoft.com/office/drawing/2014/main" id="{6B4F3BE3-5127-B09A-876F-E23C73999644}"/>
              </a:ext>
            </a:extLst>
          </p:cNvPr>
          <p:cNvGrpSpPr/>
          <p:nvPr/>
        </p:nvGrpSpPr>
        <p:grpSpPr>
          <a:xfrm>
            <a:off x="6533547" y="3292443"/>
            <a:ext cx="1460066" cy="222843"/>
            <a:chOff x="3923267" y="734293"/>
            <a:chExt cx="1460066" cy="222843"/>
          </a:xfrm>
        </p:grpSpPr>
        <p:sp>
          <p:nvSpPr>
            <p:cNvPr id="332" name="Rettangolo con due angoli in diagonale arrotondati 331">
              <a:extLst>
                <a:ext uri="{FF2B5EF4-FFF2-40B4-BE49-F238E27FC236}">
                  <a16:creationId xmlns:a16="http://schemas.microsoft.com/office/drawing/2014/main" id="{96C2571C-41D7-669A-E4C3-F543DFC25B9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3" name="CasellaDiTesto 332">
              <a:extLst>
                <a:ext uri="{FF2B5EF4-FFF2-40B4-BE49-F238E27FC236}">
                  <a16:creationId xmlns:a16="http://schemas.microsoft.com/office/drawing/2014/main" id="{44F59469-0B59-3AE3-CEB3-348725A624B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LFB3 185 Cm</a:t>
              </a:r>
            </a:p>
          </p:txBody>
        </p:sp>
        <p:grpSp>
          <p:nvGrpSpPr>
            <p:cNvPr id="334" name="Gruppo 333">
              <a:extLst>
                <a:ext uri="{FF2B5EF4-FFF2-40B4-BE49-F238E27FC236}">
                  <a16:creationId xmlns:a16="http://schemas.microsoft.com/office/drawing/2014/main" id="{880DEF6F-9D98-589F-A73D-C8E95E894D5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38" name="Ovale 337">
                <a:extLst>
                  <a:ext uri="{FF2B5EF4-FFF2-40B4-BE49-F238E27FC236}">
                    <a16:creationId xmlns:a16="http://schemas.microsoft.com/office/drawing/2014/main" id="{3CB14D0E-7EA9-1054-1321-CB8C6266386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9" name="CasellaDiTesto 338">
                <a:extLst>
                  <a:ext uri="{FF2B5EF4-FFF2-40B4-BE49-F238E27FC236}">
                    <a16:creationId xmlns:a16="http://schemas.microsoft.com/office/drawing/2014/main" id="{49310114-B7CF-3E7A-8A27-42ADA20D2FF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18</a:t>
                </a:r>
              </a:p>
            </p:txBody>
          </p:sp>
        </p:grpSp>
        <p:grpSp>
          <p:nvGrpSpPr>
            <p:cNvPr id="335" name="Gruppo 334">
              <a:extLst>
                <a:ext uri="{FF2B5EF4-FFF2-40B4-BE49-F238E27FC236}">
                  <a16:creationId xmlns:a16="http://schemas.microsoft.com/office/drawing/2014/main" id="{674CB616-3632-12BD-4094-7190AAED9CF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36" name="Ovale 335">
                <a:extLst>
                  <a:ext uri="{FF2B5EF4-FFF2-40B4-BE49-F238E27FC236}">
                    <a16:creationId xmlns:a16="http://schemas.microsoft.com/office/drawing/2014/main" id="{3CA609D0-FFC3-96BF-86E5-81055625752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7" name="CasellaDiTesto 336">
                <a:extLst>
                  <a:ext uri="{FF2B5EF4-FFF2-40B4-BE49-F238E27FC236}">
                    <a16:creationId xmlns:a16="http://schemas.microsoft.com/office/drawing/2014/main" id="{ADE44985-99B4-ABAD-CCE6-7E4E576B602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40" name="Gruppo 339">
            <a:extLst>
              <a:ext uri="{FF2B5EF4-FFF2-40B4-BE49-F238E27FC236}">
                <a16:creationId xmlns:a16="http://schemas.microsoft.com/office/drawing/2014/main" id="{5B13AFEF-BE30-0622-CACF-911C8CFDCE51}"/>
              </a:ext>
            </a:extLst>
          </p:cNvPr>
          <p:cNvGrpSpPr/>
          <p:nvPr/>
        </p:nvGrpSpPr>
        <p:grpSpPr>
          <a:xfrm>
            <a:off x="3083034" y="3509931"/>
            <a:ext cx="1460066" cy="222843"/>
            <a:chOff x="3923267" y="734293"/>
            <a:chExt cx="1460066" cy="222843"/>
          </a:xfrm>
        </p:grpSpPr>
        <p:sp>
          <p:nvSpPr>
            <p:cNvPr id="341" name="Rettangolo con due angoli in diagonale arrotondati 340">
              <a:extLst>
                <a:ext uri="{FF2B5EF4-FFF2-40B4-BE49-F238E27FC236}">
                  <a16:creationId xmlns:a16="http://schemas.microsoft.com/office/drawing/2014/main" id="{44E79DFD-DA95-D748-719A-A557E1BCD819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42" name="CasellaDiTesto 341">
              <a:extLst>
                <a:ext uri="{FF2B5EF4-FFF2-40B4-BE49-F238E27FC236}">
                  <a16:creationId xmlns:a16="http://schemas.microsoft.com/office/drawing/2014/main" id="{7DAC12CE-A22A-5A58-DAD3-DCFAA800F5C8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RCM4 185 Cm</a:t>
              </a:r>
            </a:p>
          </p:txBody>
        </p:sp>
        <p:grpSp>
          <p:nvGrpSpPr>
            <p:cNvPr id="343" name="Gruppo 342">
              <a:extLst>
                <a:ext uri="{FF2B5EF4-FFF2-40B4-BE49-F238E27FC236}">
                  <a16:creationId xmlns:a16="http://schemas.microsoft.com/office/drawing/2014/main" id="{F8BBF275-3BFB-C05B-419B-C0940DF864A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47" name="Ovale 346">
                <a:extLst>
                  <a:ext uri="{FF2B5EF4-FFF2-40B4-BE49-F238E27FC236}">
                    <a16:creationId xmlns:a16="http://schemas.microsoft.com/office/drawing/2014/main" id="{6045C910-8CC9-0F09-1938-F6D28F208511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8" name="CasellaDiTesto 347">
                <a:extLst>
                  <a:ext uri="{FF2B5EF4-FFF2-40B4-BE49-F238E27FC236}">
                    <a16:creationId xmlns:a16="http://schemas.microsoft.com/office/drawing/2014/main" id="{7E6FC328-AA3F-BE2B-1549-D801E49E00E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26</a:t>
                </a:r>
              </a:p>
            </p:txBody>
          </p:sp>
        </p:grpSp>
        <p:grpSp>
          <p:nvGrpSpPr>
            <p:cNvPr id="344" name="Gruppo 343">
              <a:extLst>
                <a:ext uri="{FF2B5EF4-FFF2-40B4-BE49-F238E27FC236}">
                  <a16:creationId xmlns:a16="http://schemas.microsoft.com/office/drawing/2014/main" id="{9EC33B43-0F33-6D67-E3F1-0CEB3AF47E8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45" name="Ovale 344">
                <a:extLst>
                  <a:ext uri="{FF2B5EF4-FFF2-40B4-BE49-F238E27FC236}">
                    <a16:creationId xmlns:a16="http://schemas.microsoft.com/office/drawing/2014/main" id="{43BFE38F-493B-F79F-6C68-903E36CAD07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6" name="CasellaDiTesto 345">
                <a:extLst>
                  <a:ext uri="{FF2B5EF4-FFF2-40B4-BE49-F238E27FC236}">
                    <a16:creationId xmlns:a16="http://schemas.microsoft.com/office/drawing/2014/main" id="{2672FBD0-9E15-6A8C-6030-3B94753C58F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49" name="Gruppo 348">
            <a:extLst>
              <a:ext uri="{FF2B5EF4-FFF2-40B4-BE49-F238E27FC236}">
                <a16:creationId xmlns:a16="http://schemas.microsoft.com/office/drawing/2014/main" id="{8C94C20D-311D-722B-5F7B-AA537FFFE547}"/>
              </a:ext>
            </a:extLst>
          </p:cNvPr>
          <p:cNvGrpSpPr/>
          <p:nvPr/>
        </p:nvGrpSpPr>
        <p:grpSpPr>
          <a:xfrm>
            <a:off x="4623912" y="3509931"/>
            <a:ext cx="1460066" cy="222843"/>
            <a:chOff x="3923267" y="734293"/>
            <a:chExt cx="1460066" cy="222843"/>
          </a:xfrm>
        </p:grpSpPr>
        <p:sp>
          <p:nvSpPr>
            <p:cNvPr id="350" name="Rettangolo con due angoli in diagonale arrotondati 349">
              <a:extLst>
                <a:ext uri="{FF2B5EF4-FFF2-40B4-BE49-F238E27FC236}">
                  <a16:creationId xmlns:a16="http://schemas.microsoft.com/office/drawing/2014/main" id="{9A4B49FF-CDA5-20D1-58F7-E13B8C03600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51" name="CasellaDiTesto 350">
              <a:extLst>
                <a:ext uri="{FF2B5EF4-FFF2-40B4-BE49-F238E27FC236}">
                  <a16:creationId xmlns:a16="http://schemas.microsoft.com/office/drawing/2014/main" id="{6A4B5D31-6D86-EA79-FAAE-45F5A3638A67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LCM4 186 Cm</a:t>
              </a:r>
            </a:p>
          </p:txBody>
        </p:sp>
        <p:grpSp>
          <p:nvGrpSpPr>
            <p:cNvPr id="352" name="Gruppo 351">
              <a:extLst>
                <a:ext uri="{FF2B5EF4-FFF2-40B4-BE49-F238E27FC236}">
                  <a16:creationId xmlns:a16="http://schemas.microsoft.com/office/drawing/2014/main" id="{D21C5ED7-A19D-3146-0C09-9B4709388A3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56" name="Ovale 355">
                <a:extLst>
                  <a:ext uri="{FF2B5EF4-FFF2-40B4-BE49-F238E27FC236}">
                    <a16:creationId xmlns:a16="http://schemas.microsoft.com/office/drawing/2014/main" id="{4B0DCBBE-5D39-4303-BFEE-668CB12D007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7" name="CasellaDiTesto 356">
                <a:extLst>
                  <a:ext uri="{FF2B5EF4-FFF2-40B4-BE49-F238E27FC236}">
                    <a16:creationId xmlns:a16="http://schemas.microsoft.com/office/drawing/2014/main" id="{A8DA392C-A822-263D-6B80-F42672ED729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30</a:t>
                </a:r>
              </a:p>
            </p:txBody>
          </p:sp>
        </p:grpSp>
        <p:grpSp>
          <p:nvGrpSpPr>
            <p:cNvPr id="353" name="Gruppo 352">
              <a:extLst>
                <a:ext uri="{FF2B5EF4-FFF2-40B4-BE49-F238E27FC236}">
                  <a16:creationId xmlns:a16="http://schemas.microsoft.com/office/drawing/2014/main" id="{950C80C4-2230-659C-257C-5BDE013B6AF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54" name="Ovale 353">
                <a:extLst>
                  <a:ext uri="{FF2B5EF4-FFF2-40B4-BE49-F238E27FC236}">
                    <a16:creationId xmlns:a16="http://schemas.microsoft.com/office/drawing/2014/main" id="{12FEC786-0D0B-A4AD-E234-14B8D76111C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5" name="CasellaDiTesto 354">
                <a:extLst>
                  <a:ext uri="{FF2B5EF4-FFF2-40B4-BE49-F238E27FC236}">
                    <a16:creationId xmlns:a16="http://schemas.microsoft.com/office/drawing/2014/main" id="{7E10BF9D-16A9-D588-60D7-ADF8C9AE7FF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67" name="Gruppo 366">
            <a:extLst>
              <a:ext uri="{FF2B5EF4-FFF2-40B4-BE49-F238E27FC236}">
                <a16:creationId xmlns:a16="http://schemas.microsoft.com/office/drawing/2014/main" id="{81EE3D57-1D70-5964-07CB-24F7040C8842}"/>
              </a:ext>
            </a:extLst>
          </p:cNvPr>
          <p:cNvGrpSpPr/>
          <p:nvPr/>
        </p:nvGrpSpPr>
        <p:grpSpPr>
          <a:xfrm>
            <a:off x="3884075" y="4448114"/>
            <a:ext cx="1460066" cy="220379"/>
            <a:chOff x="3923267" y="734293"/>
            <a:chExt cx="1460066" cy="220379"/>
          </a:xfrm>
        </p:grpSpPr>
        <p:sp>
          <p:nvSpPr>
            <p:cNvPr id="368" name="Rettangolo con due angoli in diagonale arrotondati 367">
              <a:extLst>
                <a:ext uri="{FF2B5EF4-FFF2-40B4-BE49-F238E27FC236}">
                  <a16:creationId xmlns:a16="http://schemas.microsoft.com/office/drawing/2014/main" id="{BE7E70A7-C960-B6E1-3769-D2E2C709AAB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69" name="CasellaDiTesto 368">
              <a:extLst>
                <a:ext uri="{FF2B5EF4-FFF2-40B4-BE49-F238E27FC236}">
                  <a16:creationId xmlns:a16="http://schemas.microsoft.com/office/drawing/2014/main" id="{13764935-7ECC-E051-A56B-E696F21DCCC4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ST1 186 Cm</a:t>
              </a:r>
            </a:p>
          </p:txBody>
        </p:sp>
        <p:grpSp>
          <p:nvGrpSpPr>
            <p:cNvPr id="370" name="Gruppo 369">
              <a:extLst>
                <a:ext uri="{FF2B5EF4-FFF2-40B4-BE49-F238E27FC236}">
                  <a16:creationId xmlns:a16="http://schemas.microsoft.com/office/drawing/2014/main" id="{4A34B80E-A435-E5F7-62C0-81ED39382272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74" name="Ovale 373">
                <a:extLst>
                  <a:ext uri="{FF2B5EF4-FFF2-40B4-BE49-F238E27FC236}">
                    <a16:creationId xmlns:a16="http://schemas.microsoft.com/office/drawing/2014/main" id="{C8385AFE-4F66-F30A-E77D-A9FF87973CFC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75" name="CasellaDiTesto 374">
                <a:extLst>
                  <a:ext uri="{FF2B5EF4-FFF2-40B4-BE49-F238E27FC236}">
                    <a16:creationId xmlns:a16="http://schemas.microsoft.com/office/drawing/2014/main" id="{7FE1AB21-7422-A2C4-A08C-8F4EAF44A9A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31</a:t>
                </a:r>
              </a:p>
            </p:txBody>
          </p:sp>
        </p:grpSp>
        <p:grpSp>
          <p:nvGrpSpPr>
            <p:cNvPr id="371" name="Gruppo 370">
              <a:extLst>
                <a:ext uri="{FF2B5EF4-FFF2-40B4-BE49-F238E27FC236}">
                  <a16:creationId xmlns:a16="http://schemas.microsoft.com/office/drawing/2014/main" id="{BDA3A8B4-9BD6-10D1-C2BD-91CD14FB2C8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72" name="Ovale 371">
                <a:extLst>
                  <a:ext uri="{FF2B5EF4-FFF2-40B4-BE49-F238E27FC236}">
                    <a16:creationId xmlns:a16="http://schemas.microsoft.com/office/drawing/2014/main" id="{AE7D9E1A-0D39-28DB-808C-3DFA29ECE99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73" name="CasellaDiTesto 372">
                <a:extLst>
                  <a:ext uri="{FF2B5EF4-FFF2-40B4-BE49-F238E27FC236}">
                    <a16:creationId xmlns:a16="http://schemas.microsoft.com/office/drawing/2014/main" id="{61356098-4A50-913F-866A-FA3C2B17D79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76" name="Gruppo 375">
            <a:extLst>
              <a:ext uri="{FF2B5EF4-FFF2-40B4-BE49-F238E27FC236}">
                <a16:creationId xmlns:a16="http://schemas.microsoft.com/office/drawing/2014/main" id="{9697111E-AA6F-6523-F419-EF6EA2C8704B}"/>
              </a:ext>
            </a:extLst>
          </p:cNvPr>
          <p:cNvGrpSpPr/>
          <p:nvPr/>
        </p:nvGrpSpPr>
        <p:grpSpPr>
          <a:xfrm>
            <a:off x="3884075" y="4644256"/>
            <a:ext cx="1460066" cy="222843"/>
            <a:chOff x="3923267" y="734293"/>
            <a:chExt cx="1460066" cy="222843"/>
          </a:xfrm>
        </p:grpSpPr>
        <p:sp>
          <p:nvSpPr>
            <p:cNvPr id="377" name="Rettangolo con due angoli in diagonale arrotondati 376">
              <a:extLst>
                <a:ext uri="{FF2B5EF4-FFF2-40B4-BE49-F238E27FC236}">
                  <a16:creationId xmlns:a16="http://schemas.microsoft.com/office/drawing/2014/main" id="{8231D463-1DD8-F1A4-A231-1BB4AD43AC0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78" name="CasellaDiTesto 377">
              <a:extLst>
                <a:ext uri="{FF2B5EF4-FFF2-40B4-BE49-F238E27FC236}">
                  <a16:creationId xmlns:a16="http://schemas.microsoft.com/office/drawing/2014/main" id="{F8BE272E-91C1-AA95-F363-DCF67B9A9538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ST2 179 Cm</a:t>
              </a:r>
            </a:p>
          </p:txBody>
        </p:sp>
        <p:grpSp>
          <p:nvGrpSpPr>
            <p:cNvPr id="379" name="Gruppo 378">
              <a:extLst>
                <a:ext uri="{FF2B5EF4-FFF2-40B4-BE49-F238E27FC236}">
                  <a16:creationId xmlns:a16="http://schemas.microsoft.com/office/drawing/2014/main" id="{2CE149B5-06CE-AC9C-2EBE-1FA67B99B97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3" name="Ovale 382">
                <a:extLst>
                  <a:ext uri="{FF2B5EF4-FFF2-40B4-BE49-F238E27FC236}">
                    <a16:creationId xmlns:a16="http://schemas.microsoft.com/office/drawing/2014/main" id="{8E6278D3-A7EC-1E2B-C8E5-93D52E3061B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84" name="CasellaDiTesto 383">
                <a:extLst>
                  <a:ext uri="{FF2B5EF4-FFF2-40B4-BE49-F238E27FC236}">
                    <a16:creationId xmlns:a16="http://schemas.microsoft.com/office/drawing/2014/main" id="{DADC293C-FEFB-D617-2F99-966464D0113E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32</a:t>
                </a:r>
              </a:p>
            </p:txBody>
          </p:sp>
        </p:grpSp>
        <p:grpSp>
          <p:nvGrpSpPr>
            <p:cNvPr id="380" name="Gruppo 379">
              <a:extLst>
                <a:ext uri="{FF2B5EF4-FFF2-40B4-BE49-F238E27FC236}">
                  <a16:creationId xmlns:a16="http://schemas.microsoft.com/office/drawing/2014/main" id="{26EB8AA8-0FD5-B0F9-FC80-9BB396F7F0D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81" name="Ovale 380">
                <a:extLst>
                  <a:ext uri="{FF2B5EF4-FFF2-40B4-BE49-F238E27FC236}">
                    <a16:creationId xmlns:a16="http://schemas.microsoft.com/office/drawing/2014/main" id="{E134A702-3071-CC97-DBFD-8E650ECF48F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82" name="CasellaDiTesto 381">
                <a:extLst>
                  <a:ext uri="{FF2B5EF4-FFF2-40B4-BE49-F238E27FC236}">
                    <a16:creationId xmlns:a16="http://schemas.microsoft.com/office/drawing/2014/main" id="{F270FFD8-4B25-237E-DBE1-B714EF60DF8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85" name="Gruppo 384">
            <a:extLst>
              <a:ext uri="{FF2B5EF4-FFF2-40B4-BE49-F238E27FC236}">
                <a16:creationId xmlns:a16="http://schemas.microsoft.com/office/drawing/2014/main" id="{B850BABD-84E4-2584-0EBB-A49AAB52DC26}"/>
              </a:ext>
            </a:extLst>
          </p:cNvPr>
          <p:cNvGrpSpPr/>
          <p:nvPr/>
        </p:nvGrpSpPr>
        <p:grpSpPr>
          <a:xfrm>
            <a:off x="5543800" y="3967096"/>
            <a:ext cx="1460066" cy="220379"/>
            <a:chOff x="3923267" y="734293"/>
            <a:chExt cx="1460066" cy="220379"/>
          </a:xfrm>
        </p:grpSpPr>
        <p:sp>
          <p:nvSpPr>
            <p:cNvPr id="386" name="Rettangolo con due angoli in diagonale arrotondati 385">
              <a:extLst>
                <a:ext uri="{FF2B5EF4-FFF2-40B4-BE49-F238E27FC236}">
                  <a16:creationId xmlns:a16="http://schemas.microsoft.com/office/drawing/2014/main" id="{4CC1EF36-018F-D231-334E-015F2D983FD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87" name="CasellaDiTesto 386">
              <a:extLst>
                <a:ext uri="{FF2B5EF4-FFF2-40B4-BE49-F238E27FC236}">
                  <a16:creationId xmlns:a16="http://schemas.microsoft.com/office/drawing/2014/main" id="{9678A345-FB16-DAA0-C8A0-1F224D52C637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LW1 185 Cm</a:t>
              </a:r>
            </a:p>
          </p:txBody>
        </p:sp>
        <p:grpSp>
          <p:nvGrpSpPr>
            <p:cNvPr id="388" name="Gruppo 387">
              <a:extLst>
                <a:ext uri="{FF2B5EF4-FFF2-40B4-BE49-F238E27FC236}">
                  <a16:creationId xmlns:a16="http://schemas.microsoft.com/office/drawing/2014/main" id="{133D044C-605B-CBE6-338D-697D57CD24B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92" name="Ovale 391">
                <a:extLst>
                  <a:ext uri="{FF2B5EF4-FFF2-40B4-BE49-F238E27FC236}">
                    <a16:creationId xmlns:a16="http://schemas.microsoft.com/office/drawing/2014/main" id="{AF555028-9208-66A0-E31C-A2F1E206A46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93" name="CasellaDiTesto 392">
                <a:extLst>
                  <a:ext uri="{FF2B5EF4-FFF2-40B4-BE49-F238E27FC236}">
                    <a16:creationId xmlns:a16="http://schemas.microsoft.com/office/drawing/2014/main" id="{0DC83E74-21B6-0C6E-092C-78266CFBAAF6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389" name="Gruppo 388">
              <a:extLst>
                <a:ext uri="{FF2B5EF4-FFF2-40B4-BE49-F238E27FC236}">
                  <a16:creationId xmlns:a16="http://schemas.microsoft.com/office/drawing/2014/main" id="{094F7F09-00F6-C0A0-877E-FB7375B76A0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90" name="Ovale 389">
                <a:extLst>
                  <a:ext uri="{FF2B5EF4-FFF2-40B4-BE49-F238E27FC236}">
                    <a16:creationId xmlns:a16="http://schemas.microsoft.com/office/drawing/2014/main" id="{1DDFC2D3-1932-74A3-B7D9-1583F140BF0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91" name="CasellaDiTesto 390">
                <a:extLst>
                  <a:ext uri="{FF2B5EF4-FFF2-40B4-BE49-F238E27FC236}">
                    <a16:creationId xmlns:a16="http://schemas.microsoft.com/office/drawing/2014/main" id="{FDD61261-32BB-5AE6-4E2E-EB48A555A769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94" name="Gruppo 393">
            <a:extLst>
              <a:ext uri="{FF2B5EF4-FFF2-40B4-BE49-F238E27FC236}">
                <a16:creationId xmlns:a16="http://schemas.microsoft.com/office/drawing/2014/main" id="{FC0B167B-E555-EA43-B14E-1160E72DC0FB}"/>
              </a:ext>
            </a:extLst>
          </p:cNvPr>
          <p:cNvGrpSpPr/>
          <p:nvPr/>
        </p:nvGrpSpPr>
        <p:grpSpPr>
          <a:xfrm>
            <a:off x="5543800" y="4160370"/>
            <a:ext cx="1460066" cy="222843"/>
            <a:chOff x="3923267" y="734293"/>
            <a:chExt cx="1460066" cy="222843"/>
          </a:xfrm>
        </p:grpSpPr>
        <p:sp>
          <p:nvSpPr>
            <p:cNvPr id="395" name="Rettangolo con due angoli in diagonale arrotondati 394">
              <a:extLst>
                <a:ext uri="{FF2B5EF4-FFF2-40B4-BE49-F238E27FC236}">
                  <a16:creationId xmlns:a16="http://schemas.microsoft.com/office/drawing/2014/main" id="{26AB5893-014B-56E9-5F01-B8F429329B4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96" name="CasellaDiTesto 395">
              <a:extLst>
                <a:ext uri="{FF2B5EF4-FFF2-40B4-BE49-F238E27FC236}">
                  <a16:creationId xmlns:a16="http://schemas.microsoft.com/office/drawing/2014/main" id="{41EBEC5F-1414-4E0B-832E-A1254B38D13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LW2 184 Cm</a:t>
              </a:r>
            </a:p>
          </p:txBody>
        </p:sp>
        <p:grpSp>
          <p:nvGrpSpPr>
            <p:cNvPr id="397" name="Gruppo 396">
              <a:extLst>
                <a:ext uri="{FF2B5EF4-FFF2-40B4-BE49-F238E27FC236}">
                  <a16:creationId xmlns:a16="http://schemas.microsoft.com/office/drawing/2014/main" id="{C701C6B5-C4DF-C79B-2C96-F84ED2D66D5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01" name="Ovale 400">
                <a:extLst>
                  <a:ext uri="{FF2B5EF4-FFF2-40B4-BE49-F238E27FC236}">
                    <a16:creationId xmlns:a16="http://schemas.microsoft.com/office/drawing/2014/main" id="{97D0816D-E620-4CB3-7EC1-EF329B47EC9C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2" name="CasellaDiTesto 401">
                <a:extLst>
                  <a:ext uri="{FF2B5EF4-FFF2-40B4-BE49-F238E27FC236}">
                    <a16:creationId xmlns:a16="http://schemas.microsoft.com/office/drawing/2014/main" id="{D11ADBFC-B611-F6EC-F6AC-5B6346A3C39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398" name="Gruppo 397">
              <a:extLst>
                <a:ext uri="{FF2B5EF4-FFF2-40B4-BE49-F238E27FC236}">
                  <a16:creationId xmlns:a16="http://schemas.microsoft.com/office/drawing/2014/main" id="{BE1B4A14-06C5-E588-40CB-9C1C65915C5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99" name="Ovale 398">
                <a:extLst>
                  <a:ext uri="{FF2B5EF4-FFF2-40B4-BE49-F238E27FC236}">
                    <a16:creationId xmlns:a16="http://schemas.microsoft.com/office/drawing/2014/main" id="{C3B04B7A-D1C7-D3FF-D7A2-F26E0167CD8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0" name="CasellaDiTesto 399">
                <a:extLst>
                  <a:ext uri="{FF2B5EF4-FFF2-40B4-BE49-F238E27FC236}">
                    <a16:creationId xmlns:a16="http://schemas.microsoft.com/office/drawing/2014/main" id="{104699B0-AE9A-7E93-B3EF-D58371DFFC2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3" name="Gruppo 402">
            <a:extLst>
              <a:ext uri="{FF2B5EF4-FFF2-40B4-BE49-F238E27FC236}">
                <a16:creationId xmlns:a16="http://schemas.microsoft.com/office/drawing/2014/main" id="{9F78318B-6E50-F27F-B193-34B3831E9B70}"/>
              </a:ext>
            </a:extLst>
          </p:cNvPr>
          <p:cNvGrpSpPr/>
          <p:nvPr/>
        </p:nvGrpSpPr>
        <p:grpSpPr>
          <a:xfrm>
            <a:off x="3884075" y="4842989"/>
            <a:ext cx="1460066" cy="222843"/>
            <a:chOff x="3923267" y="734293"/>
            <a:chExt cx="1460066" cy="222843"/>
          </a:xfrm>
        </p:grpSpPr>
        <p:sp>
          <p:nvSpPr>
            <p:cNvPr id="404" name="Rettangolo con due angoli in diagonale arrotondati 403">
              <a:extLst>
                <a:ext uri="{FF2B5EF4-FFF2-40B4-BE49-F238E27FC236}">
                  <a16:creationId xmlns:a16="http://schemas.microsoft.com/office/drawing/2014/main" id="{4AF028BD-EA81-6B4C-0BBB-CFC5D7451DA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05" name="CasellaDiTesto 404">
              <a:extLst>
                <a:ext uri="{FF2B5EF4-FFF2-40B4-BE49-F238E27FC236}">
                  <a16:creationId xmlns:a16="http://schemas.microsoft.com/office/drawing/2014/main" id="{120254A8-2E19-223D-FF19-C63F07951FF8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ST3 176 Cm</a:t>
              </a:r>
            </a:p>
          </p:txBody>
        </p:sp>
        <p:grpSp>
          <p:nvGrpSpPr>
            <p:cNvPr id="406" name="Gruppo 405">
              <a:extLst>
                <a:ext uri="{FF2B5EF4-FFF2-40B4-BE49-F238E27FC236}">
                  <a16:creationId xmlns:a16="http://schemas.microsoft.com/office/drawing/2014/main" id="{B94FF1CF-9BCB-32AF-B74C-0E8D79E8AE8D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10" name="Ovale 409">
                <a:extLst>
                  <a:ext uri="{FF2B5EF4-FFF2-40B4-BE49-F238E27FC236}">
                    <a16:creationId xmlns:a16="http://schemas.microsoft.com/office/drawing/2014/main" id="{BB14126D-EFF4-45AF-D0BF-6336DA05B65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11" name="CasellaDiTesto 410">
                <a:extLst>
                  <a:ext uri="{FF2B5EF4-FFF2-40B4-BE49-F238E27FC236}">
                    <a16:creationId xmlns:a16="http://schemas.microsoft.com/office/drawing/2014/main" id="{954007F7-57E9-8E49-50A8-0B2945E3BE2E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33</a:t>
                </a:r>
              </a:p>
            </p:txBody>
          </p:sp>
        </p:grpSp>
        <p:grpSp>
          <p:nvGrpSpPr>
            <p:cNvPr id="407" name="Gruppo 406">
              <a:extLst>
                <a:ext uri="{FF2B5EF4-FFF2-40B4-BE49-F238E27FC236}">
                  <a16:creationId xmlns:a16="http://schemas.microsoft.com/office/drawing/2014/main" id="{B905E740-83C6-2D9E-0FAE-E03758AB123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08" name="Ovale 407">
                <a:extLst>
                  <a:ext uri="{FF2B5EF4-FFF2-40B4-BE49-F238E27FC236}">
                    <a16:creationId xmlns:a16="http://schemas.microsoft.com/office/drawing/2014/main" id="{7A24A1BA-E891-76E0-5803-B4B7655F2E4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9" name="CasellaDiTesto 408">
                <a:extLst>
                  <a:ext uri="{FF2B5EF4-FFF2-40B4-BE49-F238E27FC236}">
                    <a16:creationId xmlns:a16="http://schemas.microsoft.com/office/drawing/2014/main" id="{E8EE4059-372F-E291-93D8-16B266721CF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412" name="Picture 8">
            <a:extLst>
              <a:ext uri="{FF2B5EF4-FFF2-40B4-BE49-F238E27FC236}">
                <a16:creationId xmlns:a16="http://schemas.microsoft.com/office/drawing/2014/main" id="{96D330BB-89F8-53FA-677F-11D90E23B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970" y="392481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3" name="Gruppo 412">
            <a:extLst>
              <a:ext uri="{FF2B5EF4-FFF2-40B4-BE49-F238E27FC236}">
                <a16:creationId xmlns:a16="http://schemas.microsoft.com/office/drawing/2014/main" id="{D71DE44E-7DC1-DE36-4C92-8E0F5A5CAC51}"/>
              </a:ext>
            </a:extLst>
          </p:cNvPr>
          <p:cNvGrpSpPr/>
          <p:nvPr/>
        </p:nvGrpSpPr>
        <p:grpSpPr>
          <a:xfrm>
            <a:off x="5543800" y="4356108"/>
            <a:ext cx="1460066" cy="222843"/>
            <a:chOff x="3923267" y="734293"/>
            <a:chExt cx="1460066" cy="222843"/>
          </a:xfrm>
        </p:grpSpPr>
        <p:sp>
          <p:nvSpPr>
            <p:cNvPr id="414" name="Rettangolo con due angoli in diagonale arrotondati 413">
              <a:extLst>
                <a:ext uri="{FF2B5EF4-FFF2-40B4-BE49-F238E27FC236}">
                  <a16:creationId xmlns:a16="http://schemas.microsoft.com/office/drawing/2014/main" id="{6EC4E92F-E440-21DC-5ACA-5C5537B5DD4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15" name="CasellaDiTesto 414">
              <a:extLst>
                <a:ext uri="{FF2B5EF4-FFF2-40B4-BE49-F238E27FC236}">
                  <a16:creationId xmlns:a16="http://schemas.microsoft.com/office/drawing/2014/main" id="{FD3EE2F7-3608-8299-E73E-BB5B8D547A21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LW3 184 Cm</a:t>
              </a:r>
            </a:p>
          </p:txBody>
        </p:sp>
        <p:grpSp>
          <p:nvGrpSpPr>
            <p:cNvPr id="416" name="Gruppo 415">
              <a:extLst>
                <a:ext uri="{FF2B5EF4-FFF2-40B4-BE49-F238E27FC236}">
                  <a16:creationId xmlns:a16="http://schemas.microsoft.com/office/drawing/2014/main" id="{04C5A1D9-3B72-17A4-B227-399178AFB1F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20" name="Ovale 419">
                <a:extLst>
                  <a:ext uri="{FF2B5EF4-FFF2-40B4-BE49-F238E27FC236}">
                    <a16:creationId xmlns:a16="http://schemas.microsoft.com/office/drawing/2014/main" id="{B39230CB-93AD-B3FE-9CB1-660C7906910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21" name="CasellaDiTesto 420">
                <a:extLst>
                  <a:ext uri="{FF2B5EF4-FFF2-40B4-BE49-F238E27FC236}">
                    <a16:creationId xmlns:a16="http://schemas.microsoft.com/office/drawing/2014/main" id="{C6CAA6FD-49D3-D7F2-5B04-8CD8E7FA665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417" name="Gruppo 416">
              <a:extLst>
                <a:ext uri="{FF2B5EF4-FFF2-40B4-BE49-F238E27FC236}">
                  <a16:creationId xmlns:a16="http://schemas.microsoft.com/office/drawing/2014/main" id="{4F0318D6-9F02-5A98-1B3C-08E84D12BEDA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18" name="Ovale 417">
                <a:extLst>
                  <a:ext uri="{FF2B5EF4-FFF2-40B4-BE49-F238E27FC236}">
                    <a16:creationId xmlns:a16="http://schemas.microsoft.com/office/drawing/2014/main" id="{5E35616C-42C4-8849-8693-2EBA2FCD356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19" name="CasellaDiTesto 418">
                <a:extLst>
                  <a:ext uri="{FF2B5EF4-FFF2-40B4-BE49-F238E27FC236}">
                    <a16:creationId xmlns:a16="http://schemas.microsoft.com/office/drawing/2014/main" id="{265E13D8-16C0-AFFA-20C7-4D1CB626414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422" name="Picture 16">
            <a:extLst>
              <a:ext uri="{FF2B5EF4-FFF2-40B4-BE49-F238E27FC236}">
                <a16:creationId xmlns:a16="http://schemas.microsoft.com/office/drawing/2014/main" id="{0BB03719-CFA1-0752-C2C2-EDE139750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069" y="3444968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3" name="Gruppo 422">
            <a:extLst>
              <a:ext uri="{FF2B5EF4-FFF2-40B4-BE49-F238E27FC236}">
                <a16:creationId xmlns:a16="http://schemas.microsoft.com/office/drawing/2014/main" id="{13995634-42AD-2B3E-4B15-1FFEC336B4D3}"/>
              </a:ext>
            </a:extLst>
          </p:cNvPr>
          <p:cNvGrpSpPr/>
          <p:nvPr/>
        </p:nvGrpSpPr>
        <p:grpSpPr>
          <a:xfrm>
            <a:off x="2150343" y="3960272"/>
            <a:ext cx="1460066" cy="220379"/>
            <a:chOff x="3923267" y="734293"/>
            <a:chExt cx="1460066" cy="220379"/>
          </a:xfrm>
        </p:grpSpPr>
        <p:sp>
          <p:nvSpPr>
            <p:cNvPr id="424" name="Rettangolo con due angoli in diagonale arrotondati 423">
              <a:extLst>
                <a:ext uri="{FF2B5EF4-FFF2-40B4-BE49-F238E27FC236}">
                  <a16:creationId xmlns:a16="http://schemas.microsoft.com/office/drawing/2014/main" id="{0A0ABB19-9387-FB3D-048A-EFCE58382129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25" name="CasellaDiTesto 424">
              <a:extLst>
                <a:ext uri="{FF2B5EF4-FFF2-40B4-BE49-F238E27FC236}">
                  <a16:creationId xmlns:a16="http://schemas.microsoft.com/office/drawing/2014/main" id="{23A7934A-D7BC-37F2-C2FC-36D59DEE3846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RW1 185 Cm</a:t>
              </a:r>
            </a:p>
          </p:txBody>
        </p:sp>
        <p:grpSp>
          <p:nvGrpSpPr>
            <p:cNvPr id="426" name="Gruppo 425">
              <a:extLst>
                <a:ext uri="{FF2B5EF4-FFF2-40B4-BE49-F238E27FC236}">
                  <a16:creationId xmlns:a16="http://schemas.microsoft.com/office/drawing/2014/main" id="{AD7EC845-411C-D08E-6A29-F437AB6DD9B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30" name="Ovale 429">
                <a:extLst>
                  <a:ext uri="{FF2B5EF4-FFF2-40B4-BE49-F238E27FC236}">
                    <a16:creationId xmlns:a16="http://schemas.microsoft.com/office/drawing/2014/main" id="{8C311836-1019-6BCB-6F45-507710491C2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31" name="CasellaDiTesto 430">
                <a:extLst>
                  <a:ext uri="{FF2B5EF4-FFF2-40B4-BE49-F238E27FC236}">
                    <a16:creationId xmlns:a16="http://schemas.microsoft.com/office/drawing/2014/main" id="{9CCB749B-933D-327D-EB51-4045DFF65E3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427" name="Gruppo 426">
              <a:extLst>
                <a:ext uri="{FF2B5EF4-FFF2-40B4-BE49-F238E27FC236}">
                  <a16:creationId xmlns:a16="http://schemas.microsoft.com/office/drawing/2014/main" id="{25F5C6F5-982F-BBF9-F00C-EA926765E4AA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28" name="Ovale 427">
                <a:extLst>
                  <a:ext uri="{FF2B5EF4-FFF2-40B4-BE49-F238E27FC236}">
                    <a16:creationId xmlns:a16="http://schemas.microsoft.com/office/drawing/2014/main" id="{7E8DD58D-65ED-F676-2CFE-F825045060F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29" name="CasellaDiTesto 428">
                <a:extLst>
                  <a:ext uri="{FF2B5EF4-FFF2-40B4-BE49-F238E27FC236}">
                    <a16:creationId xmlns:a16="http://schemas.microsoft.com/office/drawing/2014/main" id="{B814FBDE-DCA0-F3DD-D102-FF5C212B44E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32" name="Gruppo 431">
            <a:extLst>
              <a:ext uri="{FF2B5EF4-FFF2-40B4-BE49-F238E27FC236}">
                <a16:creationId xmlns:a16="http://schemas.microsoft.com/office/drawing/2014/main" id="{5C2E4DA0-9350-28D4-C62F-F6A40EFC84DC}"/>
              </a:ext>
            </a:extLst>
          </p:cNvPr>
          <p:cNvGrpSpPr/>
          <p:nvPr/>
        </p:nvGrpSpPr>
        <p:grpSpPr>
          <a:xfrm>
            <a:off x="2150343" y="4153546"/>
            <a:ext cx="1460066" cy="222843"/>
            <a:chOff x="3923267" y="734293"/>
            <a:chExt cx="1460066" cy="222843"/>
          </a:xfrm>
        </p:grpSpPr>
        <p:sp>
          <p:nvSpPr>
            <p:cNvPr id="433" name="Rettangolo con due angoli in diagonale arrotondati 432">
              <a:extLst>
                <a:ext uri="{FF2B5EF4-FFF2-40B4-BE49-F238E27FC236}">
                  <a16:creationId xmlns:a16="http://schemas.microsoft.com/office/drawing/2014/main" id="{9D5D016A-86CE-7160-AD60-78F8B8708C4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34" name="CasellaDiTesto 433">
              <a:extLst>
                <a:ext uri="{FF2B5EF4-FFF2-40B4-BE49-F238E27FC236}">
                  <a16:creationId xmlns:a16="http://schemas.microsoft.com/office/drawing/2014/main" id="{AD4EFCC3-7072-A5C2-A34B-C1DEE1BA4BD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RW2 184 Cm</a:t>
              </a:r>
            </a:p>
          </p:txBody>
        </p:sp>
        <p:grpSp>
          <p:nvGrpSpPr>
            <p:cNvPr id="435" name="Gruppo 434">
              <a:extLst>
                <a:ext uri="{FF2B5EF4-FFF2-40B4-BE49-F238E27FC236}">
                  <a16:creationId xmlns:a16="http://schemas.microsoft.com/office/drawing/2014/main" id="{C2804ABA-5392-EE9A-51EC-1AAC8B1626B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39" name="Ovale 438">
                <a:extLst>
                  <a:ext uri="{FF2B5EF4-FFF2-40B4-BE49-F238E27FC236}">
                    <a16:creationId xmlns:a16="http://schemas.microsoft.com/office/drawing/2014/main" id="{440C6FF6-594B-57D1-A9D2-11003E7F1C6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40" name="CasellaDiTesto 439">
                <a:extLst>
                  <a:ext uri="{FF2B5EF4-FFF2-40B4-BE49-F238E27FC236}">
                    <a16:creationId xmlns:a16="http://schemas.microsoft.com/office/drawing/2014/main" id="{82BA2152-C7C6-8E16-CD8D-5B288C001BD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436" name="Gruppo 435">
              <a:extLst>
                <a:ext uri="{FF2B5EF4-FFF2-40B4-BE49-F238E27FC236}">
                  <a16:creationId xmlns:a16="http://schemas.microsoft.com/office/drawing/2014/main" id="{23BECE63-E180-2ACB-401F-8715C73DDF0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37" name="Ovale 436">
                <a:extLst>
                  <a:ext uri="{FF2B5EF4-FFF2-40B4-BE49-F238E27FC236}">
                    <a16:creationId xmlns:a16="http://schemas.microsoft.com/office/drawing/2014/main" id="{D95ECE6F-213A-26A4-BE17-028E090C726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38" name="CasellaDiTesto 437">
                <a:extLst>
                  <a:ext uri="{FF2B5EF4-FFF2-40B4-BE49-F238E27FC236}">
                    <a16:creationId xmlns:a16="http://schemas.microsoft.com/office/drawing/2014/main" id="{C5A46F02-6497-48A7-841C-2DCD3B7BFB0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41" name="Gruppo 440">
            <a:extLst>
              <a:ext uri="{FF2B5EF4-FFF2-40B4-BE49-F238E27FC236}">
                <a16:creationId xmlns:a16="http://schemas.microsoft.com/office/drawing/2014/main" id="{2109F07A-9C2D-64A3-3D9D-0B92F9D66281}"/>
              </a:ext>
            </a:extLst>
          </p:cNvPr>
          <p:cNvGrpSpPr/>
          <p:nvPr/>
        </p:nvGrpSpPr>
        <p:grpSpPr>
          <a:xfrm>
            <a:off x="2150343" y="4349284"/>
            <a:ext cx="1460066" cy="222843"/>
            <a:chOff x="3923267" y="734293"/>
            <a:chExt cx="1460066" cy="222843"/>
          </a:xfrm>
        </p:grpSpPr>
        <p:sp>
          <p:nvSpPr>
            <p:cNvPr id="442" name="Rettangolo con due angoli in diagonale arrotondati 441">
              <a:extLst>
                <a:ext uri="{FF2B5EF4-FFF2-40B4-BE49-F238E27FC236}">
                  <a16:creationId xmlns:a16="http://schemas.microsoft.com/office/drawing/2014/main" id="{45721E38-551D-2BB3-AAF0-DC2D4EBA83B6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43" name="CasellaDiTesto 442">
              <a:extLst>
                <a:ext uri="{FF2B5EF4-FFF2-40B4-BE49-F238E27FC236}">
                  <a16:creationId xmlns:a16="http://schemas.microsoft.com/office/drawing/2014/main" id="{371F330F-9B7C-E7F3-701A-07E26970654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RW3 184 Cm</a:t>
              </a:r>
            </a:p>
          </p:txBody>
        </p:sp>
        <p:grpSp>
          <p:nvGrpSpPr>
            <p:cNvPr id="444" name="Gruppo 443">
              <a:extLst>
                <a:ext uri="{FF2B5EF4-FFF2-40B4-BE49-F238E27FC236}">
                  <a16:creationId xmlns:a16="http://schemas.microsoft.com/office/drawing/2014/main" id="{C09E62F6-DC55-07E5-FA0D-2AD2D375E8C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48" name="Ovale 447">
                <a:extLst>
                  <a:ext uri="{FF2B5EF4-FFF2-40B4-BE49-F238E27FC236}">
                    <a16:creationId xmlns:a16="http://schemas.microsoft.com/office/drawing/2014/main" id="{2739DCAA-5536-0E81-A24D-8606298D97D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49" name="CasellaDiTesto 448">
                <a:extLst>
                  <a:ext uri="{FF2B5EF4-FFF2-40B4-BE49-F238E27FC236}">
                    <a16:creationId xmlns:a16="http://schemas.microsoft.com/office/drawing/2014/main" id="{68FDDCD7-DF53-37D0-C388-80CD15B02A3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445" name="Gruppo 444">
              <a:extLst>
                <a:ext uri="{FF2B5EF4-FFF2-40B4-BE49-F238E27FC236}">
                  <a16:creationId xmlns:a16="http://schemas.microsoft.com/office/drawing/2014/main" id="{6E5D24BA-7282-A722-34C2-710B2299DA3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46" name="Ovale 445">
                <a:extLst>
                  <a:ext uri="{FF2B5EF4-FFF2-40B4-BE49-F238E27FC236}">
                    <a16:creationId xmlns:a16="http://schemas.microsoft.com/office/drawing/2014/main" id="{ADFD54B0-56E6-B720-F4AC-5C400020308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47" name="CasellaDiTesto 446">
                <a:extLst>
                  <a:ext uri="{FF2B5EF4-FFF2-40B4-BE49-F238E27FC236}">
                    <a16:creationId xmlns:a16="http://schemas.microsoft.com/office/drawing/2014/main" id="{DC8903FB-705A-147A-328A-789CC52DDCE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450" name="Picture 16">
            <a:extLst>
              <a:ext uri="{FF2B5EF4-FFF2-40B4-BE49-F238E27FC236}">
                <a16:creationId xmlns:a16="http://schemas.microsoft.com/office/drawing/2014/main" id="{3307379D-617E-9E65-402C-9F7D96EFF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612" y="343814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998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 contrast="-30000"/>
                    </a14:imgEffect>
                  </a14:imgLayer>
                </a14:imgProps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FF3BC-352A-71D9-B7D3-3BB9FAF6A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652F8F6A-6CEC-1F42-F7B7-CA304C12A5A4}"/>
              </a:ext>
            </a:extLst>
          </p:cNvPr>
          <p:cNvPicPr/>
          <p:nvPr/>
        </p:nvPicPr>
        <p:blipFill rotWithShape="1">
          <a:blip r:embed="rId4"/>
          <a:srcRect l="17580" t="6073" r="17094"/>
          <a:stretch/>
        </p:blipFill>
        <p:spPr>
          <a:xfrm>
            <a:off x="1142177" y="228762"/>
            <a:ext cx="6859646" cy="5553722"/>
          </a:xfrm>
          <a:prstGeom prst="rect">
            <a:avLst/>
          </a:prstGeom>
          <a:scene3d>
            <a:camera prst="orthographicFront">
              <a:rot lat="1800000" lon="0" rev="0"/>
            </a:camera>
            <a:lightRig rig="threePt" dir="t"/>
          </a:scene3d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589CDCCA-36CB-797A-82F7-2EE040E7A202}"/>
              </a:ext>
            </a:extLst>
          </p:cNvPr>
          <p:cNvGrpSpPr/>
          <p:nvPr/>
        </p:nvGrpSpPr>
        <p:grpSpPr>
          <a:xfrm>
            <a:off x="-2738812" y="-4103764"/>
            <a:ext cx="7637413" cy="7566226"/>
            <a:chOff x="-2664000" y="-4103764"/>
            <a:chExt cx="7637413" cy="7566226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2225D81F-1F19-204C-D967-6E883C297DBA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16" name="Striscia diagonale 15">
                <a:extLst>
                  <a:ext uri="{FF2B5EF4-FFF2-40B4-BE49-F238E27FC236}">
                    <a16:creationId xmlns:a16="http://schemas.microsoft.com/office/drawing/2014/main" id="{A99D7BB8-7EB1-79C5-63E8-934056BECAB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Striscia diagonale 16">
                <a:extLst>
                  <a:ext uri="{FF2B5EF4-FFF2-40B4-BE49-F238E27FC236}">
                    <a16:creationId xmlns:a16="http://schemas.microsoft.com/office/drawing/2014/main" id="{717090FC-2FC6-23B3-5072-CC2EE98E7A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Striscia diagonale 26">
                <a:extLst>
                  <a:ext uri="{FF2B5EF4-FFF2-40B4-BE49-F238E27FC236}">
                    <a16:creationId xmlns:a16="http://schemas.microsoft.com/office/drawing/2014/main" id="{CBAF29C9-9958-B493-2C95-D0CB1387A17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" name="Striscia diagonale 11">
              <a:extLst>
                <a:ext uri="{FF2B5EF4-FFF2-40B4-BE49-F238E27FC236}">
                  <a16:creationId xmlns:a16="http://schemas.microsoft.com/office/drawing/2014/main" id="{74AC3FAE-9B58-AD5A-65F1-A64B534BB4BA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Striscia diagonale 12">
              <a:extLst>
                <a:ext uri="{FF2B5EF4-FFF2-40B4-BE49-F238E27FC236}">
                  <a16:creationId xmlns:a16="http://schemas.microsoft.com/office/drawing/2014/main" id="{DDD567B2-E428-10AF-6975-DE98D19C01A7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triscia diagonale 14">
              <a:extLst>
                <a:ext uri="{FF2B5EF4-FFF2-40B4-BE49-F238E27FC236}">
                  <a16:creationId xmlns:a16="http://schemas.microsoft.com/office/drawing/2014/main" id="{F329BC2B-6CE2-4EDF-29C0-8BF62CDD4CB3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3CBD3740-CC37-59BF-ECD8-0BD020B8586C}"/>
              </a:ext>
            </a:extLst>
          </p:cNvPr>
          <p:cNvGrpSpPr/>
          <p:nvPr/>
        </p:nvGrpSpPr>
        <p:grpSpPr>
          <a:xfrm>
            <a:off x="4497189" y="-694178"/>
            <a:ext cx="9659566" cy="9483472"/>
            <a:chOff x="-2664000" y="-4103764"/>
            <a:chExt cx="7637413" cy="7566226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BAE45E2F-7EC5-C173-D5FA-A507F8F91AC7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22" name="Striscia diagonale 21">
                <a:extLst>
                  <a:ext uri="{FF2B5EF4-FFF2-40B4-BE49-F238E27FC236}">
                    <a16:creationId xmlns:a16="http://schemas.microsoft.com/office/drawing/2014/main" id="{A8C3D47E-E563-61E5-4657-82C90C471F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Striscia diagonale 22">
                <a:extLst>
                  <a:ext uri="{FF2B5EF4-FFF2-40B4-BE49-F238E27FC236}">
                    <a16:creationId xmlns:a16="http://schemas.microsoft.com/office/drawing/2014/main" id="{7076EFE3-8FB0-79FE-82CA-30E08F780C6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Striscia diagonale 23">
                <a:extLst>
                  <a:ext uri="{FF2B5EF4-FFF2-40B4-BE49-F238E27FC236}">
                    <a16:creationId xmlns:a16="http://schemas.microsoft.com/office/drawing/2014/main" id="{2FB264D9-4DE6-A78E-95E6-511CC90E7E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9" name="Striscia diagonale 18">
              <a:extLst>
                <a:ext uri="{FF2B5EF4-FFF2-40B4-BE49-F238E27FC236}">
                  <a16:creationId xmlns:a16="http://schemas.microsoft.com/office/drawing/2014/main" id="{020211B0-CAF3-370D-F9E9-AAD61CA50895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Striscia diagonale 19">
              <a:extLst>
                <a:ext uri="{FF2B5EF4-FFF2-40B4-BE49-F238E27FC236}">
                  <a16:creationId xmlns:a16="http://schemas.microsoft.com/office/drawing/2014/main" id="{643A9136-FA54-147B-A427-5EB8F287F6A1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Striscia diagonale 20">
              <a:extLst>
                <a:ext uri="{FF2B5EF4-FFF2-40B4-BE49-F238E27FC236}">
                  <a16:creationId xmlns:a16="http://schemas.microsoft.com/office/drawing/2014/main" id="{BC46B8FB-33D9-B41E-7FA4-44ABAC172BE7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28" name="Immagine 27">
            <a:extLst>
              <a:ext uri="{FF2B5EF4-FFF2-40B4-BE49-F238E27FC236}">
                <a16:creationId xmlns:a16="http://schemas.microsoft.com/office/drawing/2014/main" id="{606A3C0C-449C-18F1-E1A6-09460FF045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61748" y="4253987"/>
            <a:ext cx="798318" cy="798318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37839E1B-6D20-7B80-E581-69C40D1A3093}"/>
              </a:ext>
            </a:extLst>
          </p:cNvPr>
          <p:cNvGrpSpPr/>
          <p:nvPr/>
        </p:nvGrpSpPr>
        <p:grpSpPr>
          <a:xfrm>
            <a:off x="423041" y="-34604"/>
            <a:ext cx="8297920" cy="703124"/>
            <a:chOff x="423041" y="-144605"/>
            <a:chExt cx="8297920" cy="703124"/>
          </a:xfrm>
        </p:grpSpPr>
        <p:sp>
          <p:nvSpPr>
            <p:cNvPr id="3" name="Parallelogramma 2">
              <a:extLst>
                <a:ext uri="{FF2B5EF4-FFF2-40B4-BE49-F238E27FC236}">
                  <a16:creationId xmlns:a16="http://schemas.microsoft.com/office/drawing/2014/main" id="{83A0AAFB-05C1-9F79-7DEC-9D0D7F6908CB}"/>
                </a:ext>
              </a:extLst>
            </p:cNvPr>
            <p:cNvSpPr/>
            <p:nvPr/>
          </p:nvSpPr>
          <p:spPr>
            <a:xfrm>
              <a:off x="2297564" y="-91129"/>
              <a:ext cx="6423397" cy="604391"/>
            </a:xfrm>
            <a:prstGeom prst="parallelogram">
              <a:avLst>
                <a:gd name="adj" fmla="val 102143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" name="Parallelogramma 3">
              <a:extLst>
                <a:ext uri="{FF2B5EF4-FFF2-40B4-BE49-F238E27FC236}">
                  <a16:creationId xmlns:a16="http://schemas.microsoft.com/office/drawing/2014/main" id="{B600A3F4-5E1D-AEC9-FD32-F5117D53EEF7}"/>
                </a:ext>
              </a:extLst>
            </p:cNvPr>
            <p:cNvSpPr/>
            <p:nvPr/>
          </p:nvSpPr>
          <p:spPr>
            <a:xfrm flipH="1">
              <a:off x="423043" y="-107768"/>
              <a:ext cx="6403643" cy="601793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Parallelogramma 4">
              <a:extLst>
                <a:ext uri="{FF2B5EF4-FFF2-40B4-BE49-F238E27FC236}">
                  <a16:creationId xmlns:a16="http://schemas.microsoft.com/office/drawing/2014/main" id="{6DF5156F-B685-1C3C-7C05-1BC9CFD8F149}"/>
                </a:ext>
              </a:extLst>
            </p:cNvPr>
            <p:cNvSpPr/>
            <p:nvPr/>
          </p:nvSpPr>
          <p:spPr>
            <a:xfrm flipH="1">
              <a:off x="584223" y="6834"/>
              <a:ext cx="7474832" cy="506696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Parallelogramma 5">
              <a:extLst>
                <a:ext uri="{FF2B5EF4-FFF2-40B4-BE49-F238E27FC236}">
                  <a16:creationId xmlns:a16="http://schemas.microsoft.com/office/drawing/2014/main" id="{A493D610-BF62-2860-2E2D-788FB6F4A590}"/>
                </a:ext>
              </a:extLst>
            </p:cNvPr>
            <p:cNvSpPr/>
            <p:nvPr/>
          </p:nvSpPr>
          <p:spPr>
            <a:xfrm flipH="1">
              <a:off x="423041" y="-118621"/>
              <a:ext cx="5503491" cy="391484"/>
            </a:xfrm>
            <a:prstGeom prst="parallelogram">
              <a:avLst>
                <a:gd name="adj" fmla="val 112347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Parallelogramma 6">
              <a:extLst>
                <a:ext uri="{FF2B5EF4-FFF2-40B4-BE49-F238E27FC236}">
                  <a16:creationId xmlns:a16="http://schemas.microsoft.com/office/drawing/2014/main" id="{18181225-1481-0CE0-53C1-681B7592D6EA}"/>
                </a:ext>
              </a:extLst>
            </p:cNvPr>
            <p:cNvSpPr/>
            <p:nvPr/>
          </p:nvSpPr>
          <p:spPr>
            <a:xfrm flipH="1">
              <a:off x="1285929" y="-116974"/>
              <a:ext cx="6098711" cy="391484"/>
            </a:xfrm>
            <a:prstGeom prst="parallelogram">
              <a:avLst>
                <a:gd name="adj" fmla="val 65633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3A13441E-8062-11DE-6AB8-1875D0DD46D8}"/>
                </a:ext>
              </a:extLst>
            </p:cNvPr>
            <p:cNvSpPr txBox="1"/>
            <p:nvPr/>
          </p:nvSpPr>
          <p:spPr>
            <a:xfrm>
              <a:off x="2216923" y="-144605"/>
              <a:ext cx="2921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bg1"/>
                  </a:solidFill>
                  <a:latin typeface="Avenir Next Condensed" panose="020B0506020202020204" pitchFamily="34" charset="0"/>
                </a:rPr>
                <a:t>SQUADRA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4835B3B9-AAC0-E83E-333C-40BDD6BAF4C9}"/>
                </a:ext>
              </a:extLst>
            </p:cNvPr>
            <p:cNvSpPr txBox="1"/>
            <p:nvPr/>
          </p:nvSpPr>
          <p:spPr>
            <a:xfrm>
              <a:off x="2216922" y="250742"/>
              <a:ext cx="2921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Avenir Next Condensed" panose="020B0506020202020204" pitchFamily="34" charset="0"/>
                </a:rPr>
                <a:t>SISTEMA DI GIOCO </a:t>
              </a:r>
              <a:r>
                <a:rPr lang="it-IT" sz="1400" b="1" dirty="0">
                  <a:latin typeface="Avenir Next Condensed Demi Bold" panose="020B0506020202020204" pitchFamily="34" charset="0"/>
                </a:rPr>
                <a:t>4-4-2</a:t>
              </a:r>
            </a:p>
          </p:txBody>
        </p:sp>
      </p:grpSp>
      <p:sp>
        <p:nvSpPr>
          <p:cNvPr id="25" name="Ovale 24">
            <a:extLst>
              <a:ext uri="{FF2B5EF4-FFF2-40B4-BE49-F238E27FC236}">
                <a16:creationId xmlns:a16="http://schemas.microsoft.com/office/drawing/2014/main" id="{0C51B45A-3B1B-6F62-ECED-8DE5F9EA35F0}"/>
              </a:ext>
            </a:extLst>
          </p:cNvPr>
          <p:cNvSpPr/>
          <p:nvPr/>
        </p:nvSpPr>
        <p:spPr>
          <a:xfrm>
            <a:off x="1269960" y="7337"/>
            <a:ext cx="839613" cy="839613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6702BCAF-5CD9-30F1-E2DB-1E5A0835E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7638740" y="77480"/>
            <a:ext cx="363083" cy="46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07200070-6269-D567-A6B1-84CA86A352E3}"/>
              </a:ext>
            </a:extLst>
          </p:cNvPr>
          <p:cNvSpPr txBox="1"/>
          <p:nvPr/>
        </p:nvSpPr>
        <p:spPr>
          <a:xfrm>
            <a:off x="5344141" y="380345"/>
            <a:ext cx="204049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it-IT" sz="1200" dirty="0">
                <a:latin typeface="Avenir Next Condensed" panose="020B0506020202020204" pitchFamily="34" charset="0"/>
              </a:rPr>
              <a:t>COACH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Nome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Cognome</a:t>
            </a:r>
            <a:endParaRPr kumimoji="0" lang="it-IT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Condensed" panose="020B0506020202020204" pitchFamily="34" charset="0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E7FE6898-4AB6-BA61-BDB4-87F7F93C3EA3}"/>
              </a:ext>
            </a:extLst>
          </p:cNvPr>
          <p:cNvGrpSpPr/>
          <p:nvPr/>
        </p:nvGrpSpPr>
        <p:grpSpPr>
          <a:xfrm>
            <a:off x="3841541" y="866949"/>
            <a:ext cx="1460066" cy="222843"/>
            <a:chOff x="3923267" y="734293"/>
            <a:chExt cx="1460066" cy="222843"/>
          </a:xfrm>
        </p:grpSpPr>
        <p:sp>
          <p:nvSpPr>
            <p:cNvPr id="32" name="Rettangolo con due angoli in diagonale arrotondati 31">
              <a:extLst>
                <a:ext uri="{FF2B5EF4-FFF2-40B4-BE49-F238E27FC236}">
                  <a16:creationId xmlns:a16="http://schemas.microsoft.com/office/drawing/2014/main" id="{B0D78D59-0ABF-9F99-E51B-A6BC8DF1FB1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BB111C98-DE99-4018-F299-256BE82486C6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GK2</a:t>
              </a:r>
            </a:p>
          </p:txBody>
        </p:sp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D0832273-0EED-E609-0A94-1A5430C2924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" name="Ovale 37">
                <a:extLst>
                  <a:ext uri="{FF2B5EF4-FFF2-40B4-BE49-F238E27FC236}">
                    <a16:creationId xmlns:a16="http://schemas.microsoft.com/office/drawing/2014/main" id="{6F1A0582-98A2-CC25-BE74-FE5EB3DFE53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181449F4-30BF-BC77-F44F-887BE1610446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</a:t>
                </a:r>
              </a:p>
            </p:txBody>
          </p:sp>
        </p:grpSp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56CBDB8B-6EA8-A248-04B9-9151D74F72C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" name="Ovale 35">
                <a:extLst>
                  <a:ext uri="{FF2B5EF4-FFF2-40B4-BE49-F238E27FC236}">
                    <a16:creationId xmlns:a16="http://schemas.microsoft.com/office/drawing/2014/main" id="{AF3755B0-7917-3099-108A-C1A96408DE3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1AF2BCF0-143C-FD9E-F19A-17D418484D3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4F7D387A-4C8B-70F0-00DD-7EB666EA03B3}"/>
              </a:ext>
            </a:extLst>
          </p:cNvPr>
          <p:cNvGrpSpPr/>
          <p:nvPr/>
        </p:nvGrpSpPr>
        <p:grpSpPr>
          <a:xfrm>
            <a:off x="4720580" y="1794324"/>
            <a:ext cx="1460066" cy="220379"/>
            <a:chOff x="3923267" y="734293"/>
            <a:chExt cx="1460066" cy="220379"/>
          </a:xfrm>
        </p:grpSpPr>
        <p:sp>
          <p:nvSpPr>
            <p:cNvPr id="41" name="Rettangolo con due angoli in diagonale arrotondati 40">
              <a:extLst>
                <a:ext uri="{FF2B5EF4-FFF2-40B4-BE49-F238E27FC236}">
                  <a16:creationId xmlns:a16="http://schemas.microsoft.com/office/drawing/2014/main" id="{F0373864-AFEB-EB4A-3C37-1FC752FA96A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2" name="CasellaDiTesto 41">
              <a:extLst>
                <a:ext uri="{FF2B5EF4-FFF2-40B4-BE49-F238E27FC236}">
                  <a16:creationId xmlns:a16="http://schemas.microsoft.com/office/drawing/2014/main" id="{5AA84B6E-C76A-84EB-B66A-7BEA779C6A60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LCB1 188 Cm</a:t>
              </a:r>
            </a:p>
          </p:txBody>
        </p: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F8DF91CD-1A51-3F1C-5824-A2426D321BE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7" name="Ovale 46">
                <a:extLst>
                  <a:ext uri="{FF2B5EF4-FFF2-40B4-BE49-F238E27FC236}">
                    <a16:creationId xmlns:a16="http://schemas.microsoft.com/office/drawing/2014/main" id="{C2696644-4DD3-1C31-475E-076C6E362ED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C752BE4D-FEBE-92AC-F8B8-396DF8F0BAA9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10</a:t>
                </a:r>
              </a:p>
            </p:txBody>
          </p:sp>
        </p:grpSp>
        <p:grpSp>
          <p:nvGrpSpPr>
            <p:cNvPr id="44" name="Gruppo 43">
              <a:extLst>
                <a:ext uri="{FF2B5EF4-FFF2-40B4-BE49-F238E27FC236}">
                  <a16:creationId xmlns:a16="http://schemas.microsoft.com/office/drawing/2014/main" id="{DD8BCC9F-298D-265E-0887-363D21ED7A0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5" name="Ovale 44">
                <a:extLst>
                  <a:ext uri="{FF2B5EF4-FFF2-40B4-BE49-F238E27FC236}">
                    <a16:creationId xmlns:a16="http://schemas.microsoft.com/office/drawing/2014/main" id="{32B873A7-8698-5E82-CD9C-2A5C2968D56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3A1C7EC6-C138-C725-901E-EBAFA931DA5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76CEC07E-BC5E-E1BA-2CB2-2801027A86A2}"/>
              </a:ext>
            </a:extLst>
          </p:cNvPr>
          <p:cNvGrpSpPr/>
          <p:nvPr/>
        </p:nvGrpSpPr>
        <p:grpSpPr>
          <a:xfrm>
            <a:off x="1262473" y="1793680"/>
            <a:ext cx="1460066" cy="220379"/>
            <a:chOff x="3923267" y="734293"/>
            <a:chExt cx="1460066" cy="220379"/>
          </a:xfrm>
        </p:grpSpPr>
        <p:sp>
          <p:nvSpPr>
            <p:cNvPr id="50" name="Rettangolo con due angoli in diagonale arrotondati 49">
              <a:extLst>
                <a:ext uri="{FF2B5EF4-FFF2-40B4-BE49-F238E27FC236}">
                  <a16:creationId xmlns:a16="http://schemas.microsoft.com/office/drawing/2014/main" id="{FCC75504-15DF-2F93-D9E8-96FAF4EB282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3262C0D8-F769-C837-C42A-6F5DAC7BDB4B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RFB1 178 Cm</a:t>
              </a:r>
            </a:p>
          </p:txBody>
        </p:sp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73257962-42D3-F3CB-7ADB-9E560BEEBFA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56" name="Ovale 55">
                <a:extLst>
                  <a:ext uri="{FF2B5EF4-FFF2-40B4-BE49-F238E27FC236}">
                    <a16:creationId xmlns:a16="http://schemas.microsoft.com/office/drawing/2014/main" id="{E06E672D-5D3F-5AFF-2289-C51F26D5F78C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514200BE-6257-C66C-C25A-AE72335AEB66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13</a:t>
                </a:r>
              </a:p>
            </p:txBody>
          </p:sp>
        </p:grpSp>
        <p:grpSp>
          <p:nvGrpSpPr>
            <p:cNvPr id="53" name="Gruppo 52">
              <a:extLst>
                <a:ext uri="{FF2B5EF4-FFF2-40B4-BE49-F238E27FC236}">
                  <a16:creationId xmlns:a16="http://schemas.microsoft.com/office/drawing/2014/main" id="{5FF547D2-D0A8-900B-D6B6-4F9436E13A5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54" name="Ovale 53">
                <a:extLst>
                  <a:ext uri="{FF2B5EF4-FFF2-40B4-BE49-F238E27FC236}">
                    <a16:creationId xmlns:a16="http://schemas.microsoft.com/office/drawing/2014/main" id="{3D89464E-315A-5F3D-3D27-EF20AEB8343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8A97C587-8F30-53B7-033B-4B20F78E8A2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</a:p>
            </p:txBody>
          </p:sp>
        </p:grpSp>
      </p:grp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AB0DB2EA-DEC1-DDB3-DEAE-3CAD3874206E}"/>
              </a:ext>
            </a:extLst>
          </p:cNvPr>
          <p:cNvGrpSpPr/>
          <p:nvPr/>
        </p:nvGrpSpPr>
        <p:grpSpPr>
          <a:xfrm>
            <a:off x="2965645" y="1795334"/>
            <a:ext cx="1460066" cy="220379"/>
            <a:chOff x="3923267" y="734293"/>
            <a:chExt cx="1460066" cy="220379"/>
          </a:xfrm>
        </p:grpSpPr>
        <p:sp>
          <p:nvSpPr>
            <p:cNvPr id="59" name="Rettangolo con due angoli in diagonale arrotondati 58">
              <a:extLst>
                <a:ext uri="{FF2B5EF4-FFF2-40B4-BE49-F238E27FC236}">
                  <a16:creationId xmlns:a16="http://schemas.microsoft.com/office/drawing/2014/main" id="{139ECC3C-51FE-5B74-4753-426A2E2BBAC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FBF9E4E9-7B73-854F-0A73-F8938153C38C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RCB1 184 Cm</a:t>
              </a:r>
            </a:p>
          </p:txBody>
        </p:sp>
        <p:grpSp>
          <p:nvGrpSpPr>
            <p:cNvPr id="61" name="Gruppo 60">
              <a:extLst>
                <a:ext uri="{FF2B5EF4-FFF2-40B4-BE49-F238E27FC236}">
                  <a16:creationId xmlns:a16="http://schemas.microsoft.com/office/drawing/2014/main" id="{65A65BF0-6626-C409-5E6A-BCB70FD75A5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65" name="Ovale 64">
                <a:extLst>
                  <a:ext uri="{FF2B5EF4-FFF2-40B4-BE49-F238E27FC236}">
                    <a16:creationId xmlns:a16="http://schemas.microsoft.com/office/drawing/2014/main" id="{44C17781-6443-5129-510D-69B4C22DD3D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6" name="CasellaDiTesto 65">
                <a:extLst>
                  <a:ext uri="{FF2B5EF4-FFF2-40B4-BE49-F238E27FC236}">
                    <a16:creationId xmlns:a16="http://schemas.microsoft.com/office/drawing/2014/main" id="{EDE6044B-42E6-DEAF-25DF-8D023AA2E92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4</a:t>
                </a:r>
              </a:p>
            </p:txBody>
          </p:sp>
        </p:grpSp>
        <p:grpSp>
          <p:nvGrpSpPr>
            <p:cNvPr id="62" name="Gruppo 61">
              <a:extLst>
                <a:ext uri="{FF2B5EF4-FFF2-40B4-BE49-F238E27FC236}">
                  <a16:creationId xmlns:a16="http://schemas.microsoft.com/office/drawing/2014/main" id="{95871ECC-A9E1-07C3-81EE-71761F3FB3B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63" name="Ovale 62">
                <a:extLst>
                  <a:ext uri="{FF2B5EF4-FFF2-40B4-BE49-F238E27FC236}">
                    <a16:creationId xmlns:a16="http://schemas.microsoft.com/office/drawing/2014/main" id="{33E41F4D-352A-3C83-C24A-0027DCC95B2C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4" name="CasellaDiTesto 63">
                <a:extLst>
                  <a:ext uri="{FF2B5EF4-FFF2-40B4-BE49-F238E27FC236}">
                    <a16:creationId xmlns:a16="http://schemas.microsoft.com/office/drawing/2014/main" id="{D9B4BDA2-0415-1D5F-30B7-CE584479C1E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DFA51B17-9C71-4448-F546-F4509A238CFF}"/>
              </a:ext>
            </a:extLst>
          </p:cNvPr>
          <p:cNvGrpSpPr/>
          <p:nvPr/>
        </p:nvGrpSpPr>
        <p:grpSpPr>
          <a:xfrm>
            <a:off x="2965645" y="1989402"/>
            <a:ext cx="1460066" cy="222843"/>
            <a:chOff x="3923267" y="734293"/>
            <a:chExt cx="1460066" cy="222843"/>
          </a:xfrm>
        </p:grpSpPr>
        <p:sp>
          <p:nvSpPr>
            <p:cNvPr id="68" name="Rettangolo con due angoli in diagonale arrotondati 67">
              <a:extLst>
                <a:ext uri="{FF2B5EF4-FFF2-40B4-BE49-F238E27FC236}">
                  <a16:creationId xmlns:a16="http://schemas.microsoft.com/office/drawing/2014/main" id="{9BF0CBD9-0933-2287-4B06-B367FA475AE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9" name="CasellaDiTesto 68">
              <a:extLst>
                <a:ext uri="{FF2B5EF4-FFF2-40B4-BE49-F238E27FC236}">
                  <a16:creationId xmlns:a16="http://schemas.microsoft.com/office/drawing/2014/main" id="{8FA4FA0E-3C8F-29FA-F2B8-91DFEB51CDA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RCB2 184 Cm</a:t>
              </a:r>
            </a:p>
          </p:txBody>
        </p:sp>
        <p:grpSp>
          <p:nvGrpSpPr>
            <p:cNvPr id="70" name="Gruppo 69">
              <a:extLst>
                <a:ext uri="{FF2B5EF4-FFF2-40B4-BE49-F238E27FC236}">
                  <a16:creationId xmlns:a16="http://schemas.microsoft.com/office/drawing/2014/main" id="{D2D1827D-E584-79A3-6BF7-405C0F5ABFA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74" name="Ovale 73">
                <a:extLst>
                  <a:ext uri="{FF2B5EF4-FFF2-40B4-BE49-F238E27FC236}">
                    <a16:creationId xmlns:a16="http://schemas.microsoft.com/office/drawing/2014/main" id="{1DE74184-DC6E-182E-D7CC-68F76361172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5" name="CasellaDiTesto 74">
                <a:extLst>
                  <a:ext uri="{FF2B5EF4-FFF2-40B4-BE49-F238E27FC236}">
                    <a16:creationId xmlns:a16="http://schemas.microsoft.com/office/drawing/2014/main" id="{5B87BA8F-336A-8866-C885-EF5C4532E72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5</a:t>
                </a:r>
              </a:p>
            </p:txBody>
          </p:sp>
        </p:grpSp>
        <p:grpSp>
          <p:nvGrpSpPr>
            <p:cNvPr id="71" name="Gruppo 70">
              <a:extLst>
                <a:ext uri="{FF2B5EF4-FFF2-40B4-BE49-F238E27FC236}">
                  <a16:creationId xmlns:a16="http://schemas.microsoft.com/office/drawing/2014/main" id="{62486F8D-2D79-7EFA-AC67-C78A825A734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72" name="Ovale 71">
                <a:extLst>
                  <a:ext uri="{FF2B5EF4-FFF2-40B4-BE49-F238E27FC236}">
                    <a16:creationId xmlns:a16="http://schemas.microsoft.com/office/drawing/2014/main" id="{C3C204A9-98D7-D3D9-5BEB-6705A6C8102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3" name="CasellaDiTesto 72">
                <a:extLst>
                  <a:ext uri="{FF2B5EF4-FFF2-40B4-BE49-F238E27FC236}">
                    <a16:creationId xmlns:a16="http://schemas.microsoft.com/office/drawing/2014/main" id="{03D356F0-EE73-DD10-D5D1-BD76C447E80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01913D28-86EA-A400-417D-4F16166176E4}"/>
              </a:ext>
            </a:extLst>
          </p:cNvPr>
          <p:cNvGrpSpPr/>
          <p:nvPr/>
        </p:nvGrpSpPr>
        <p:grpSpPr>
          <a:xfrm>
            <a:off x="4713824" y="2972839"/>
            <a:ext cx="1460066" cy="220379"/>
            <a:chOff x="3923267" y="734293"/>
            <a:chExt cx="1460066" cy="220379"/>
          </a:xfrm>
        </p:grpSpPr>
        <p:sp>
          <p:nvSpPr>
            <p:cNvPr id="113" name="Rettangolo con due angoli in diagonale arrotondati 112">
              <a:extLst>
                <a:ext uri="{FF2B5EF4-FFF2-40B4-BE49-F238E27FC236}">
                  <a16:creationId xmlns:a16="http://schemas.microsoft.com/office/drawing/2014/main" id="{3742D8B6-80AB-2BB2-4BA3-FC48BD1F3D5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14" name="CasellaDiTesto 113">
              <a:extLst>
                <a:ext uri="{FF2B5EF4-FFF2-40B4-BE49-F238E27FC236}">
                  <a16:creationId xmlns:a16="http://schemas.microsoft.com/office/drawing/2014/main" id="{29B3B744-BA47-808A-D447-BFD5365A1E98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LCM1 172 Cm</a:t>
              </a:r>
            </a:p>
          </p:txBody>
        </p:sp>
        <p:grpSp>
          <p:nvGrpSpPr>
            <p:cNvPr id="115" name="Gruppo 114">
              <a:extLst>
                <a:ext uri="{FF2B5EF4-FFF2-40B4-BE49-F238E27FC236}">
                  <a16:creationId xmlns:a16="http://schemas.microsoft.com/office/drawing/2014/main" id="{2F6F99CF-4410-21DE-E16B-A45DBA6BD82D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19" name="Ovale 118">
                <a:extLst>
                  <a:ext uri="{FF2B5EF4-FFF2-40B4-BE49-F238E27FC236}">
                    <a16:creationId xmlns:a16="http://schemas.microsoft.com/office/drawing/2014/main" id="{0D3EA447-7E85-408B-04A1-AB9533B3EDA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0" name="CasellaDiTesto 119">
                <a:extLst>
                  <a:ext uri="{FF2B5EF4-FFF2-40B4-BE49-F238E27FC236}">
                    <a16:creationId xmlns:a16="http://schemas.microsoft.com/office/drawing/2014/main" id="{BC854D60-AE06-67FA-3FCE-65AB746DF4B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27</a:t>
                </a:r>
              </a:p>
            </p:txBody>
          </p:sp>
        </p:grpSp>
        <p:grpSp>
          <p:nvGrpSpPr>
            <p:cNvPr id="116" name="Gruppo 115">
              <a:extLst>
                <a:ext uri="{FF2B5EF4-FFF2-40B4-BE49-F238E27FC236}">
                  <a16:creationId xmlns:a16="http://schemas.microsoft.com/office/drawing/2014/main" id="{238067BC-7788-C862-E7DA-632F0DA91F1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17" name="Ovale 116">
                <a:extLst>
                  <a:ext uri="{FF2B5EF4-FFF2-40B4-BE49-F238E27FC236}">
                    <a16:creationId xmlns:a16="http://schemas.microsoft.com/office/drawing/2014/main" id="{C5C477B5-19D1-CDAB-3E89-DF9F3D005E9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18" name="CasellaDiTesto 117">
                <a:extLst>
                  <a:ext uri="{FF2B5EF4-FFF2-40B4-BE49-F238E27FC236}">
                    <a16:creationId xmlns:a16="http://schemas.microsoft.com/office/drawing/2014/main" id="{AAA99975-5A72-0B76-7DB8-9325E3BC380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21" name="Gruppo 120">
            <a:extLst>
              <a:ext uri="{FF2B5EF4-FFF2-40B4-BE49-F238E27FC236}">
                <a16:creationId xmlns:a16="http://schemas.microsoft.com/office/drawing/2014/main" id="{379CB71B-9DF9-2A09-B78C-5E7BE6050B03}"/>
              </a:ext>
            </a:extLst>
          </p:cNvPr>
          <p:cNvGrpSpPr/>
          <p:nvPr/>
        </p:nvGrpSpPr>
        <p:grpSpPr>
          <a:xfrm>
            <a:off x="2988314" y="2972390"/>
            <a:ext cx="1460066" cy="220379"/>
            <a:chOff x="3923267" y="734293"/>
            <a:chExt cx="1460066" cy="220379"/>
          </a:xfrm>
        </p:grpSpPr>
        <p:sp>
          <p:nvSpPr>
            <p:cNvPr id="122" name="Rettangolo con due angoli in diagonale arrotondati 121">
              <a:extLst>
                <a:ext uri="{FF2B5EF4-FFF2-40B4-BE49-F238E27FC236}">
                  <a16:creationId xmlns:a16="http://schemas.microsoft.com/office/drawing/2014/main" id="{5DBB7940-648A-ECA1-E8FD-E7DF176DBD29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23" name="CasellaDiTesto 122">
              <a:extLst>
                <a:ext uri="{FF2B5EF4-FFF2-40B4-BE49-F238E27FC236}">
                  <a16:creationId xmlns:a16="http://schemas.microsoft.com/office/drawing/2014/main" id="{BB3E6BA8-C7BF-7BF1-A2D6-D7A898121A0F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RCM1 186 Cm</a:t>
              </a:r>
            </a:p>
          </p:txBody>
        </p:sp>
        <p:grpSp>
          <p:nvGrpSpPr>
            <p:cNvPr id="124" name="Gruppo 123">
              <a:extLst>
                <a:ext uri="{FF2B5EF4-FFF2-40B4-BE49-F238E27FC236}">
                  <a16:creationId xmlns:a16="http://schemas.microsoft.com/office/drawing/2014/main" id="{82403F48-ACC4-AC65-45FE-B4B8AE2E277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28" name="Ovale 127">
                <a:extLst>
                  <a:ext uri="{FF2B5EF4-FFF2-40B4-BE49-F238E27FC236}">
                    <a16:creationId xmlns:a16="http://schemas.microsoft.com/office/drawing/2014/main" id="{32879B51-BCC7-692B-4B8D-91224EFE4D1C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9" name="CasellaDiTesto 128">
                <a:extLst>
                  <a:ext uri="{FF2B5EF4-FFF2-40B4-BE49-F238E27FC236}">
                    <a16:creationId xmlns:a16="http://schemas.microsoft.com/office/drawing/2014/main" id="{B59C308F-2BB8-CF10-36D7-883264E2512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23</a:t>
                </a:r>
              </a:p>
            </p:txBody>
          </p:sp>
        </p:grpSp>
        <p:grpSp>
          <p:nvGrpSpPr>
            <p:cNvPr id="125" name="Gruppo 124">
              <a:extLst>
                <a:ext uri="{FF2B5EF4-FFF2-40B4-BE49-F238E27FC236}">
                  <a16:creationId xmlns:a16="http://schemas.microsoft.com/office/drawing/2014/main" id="{8A8A9A83-B5DE-30AF-05D2-F9B3218EE47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26" name="Ovale 125">
                <a:extLst>
                  <a:ext uri="{FF2B5EF4-FFF2-40B4-BE49-F238E27FC236}">
                    <a16:creationId xmlns:a16="http://schemas.microsoft.com/office/drawing/2014/main" id="{A34F0577-DCFE-0E4A-34BF-9C1F9686FF8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7" name="CasellaDiTesto 126">
                <a:extLst>
                  <a:ext uri="{FF2B5EF4-FFF2-40B4-BE49-F238E27FC236}">
                    <a16:creationId xmlns:a16="http://schemas.microsoft.com/office/drawing/2014/main" id="{B63A9A2B-F9B9-55CC-18FC-B1D95628D63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0" name="Gruppo 129">
            <a:extLst>
              <a:ext uri="{FF2B5EF4-FFF2-40B4-BE49-F238E27FC236}">
                <a16:creationId xmlns:a16="http://schemas.microsoft.com/office/drawing/2014/main" id="{C46688C9-D7A9-B5AD-D46E-E880E6287636}"/>
              </a:ext>
            </a:extLst>
          </p:cNvPr>
          <p:cNvGrpSpPr/>
          <p:nvPr/>
        </p:nvGrpSpPr>
        <p:grpSpPr>
          <a:xfrm>
            <a:off x="6481023" y="1788234"/>
            <a:ext cx="1460066" cy="220379"/>
            <a:chOff x="3923267" y="734293"/>
            <a:chExt cx="1460066" cy="220379"/>
          </a:xfrm>
        </p:grpSpPr>
        <p:sp>
          <p:nvSpPr>
            <p:cNvPr id="131" name="Rettangolo con due angoli in diagonale arrotondati 130">
              <a:extLst>
                <a:ext uri="{FF2B5EF4-FFF2-40B4-BE49-F238E27FC236}">
                  <a16:creationId xmlns:a16="http://schemas.microsoft.com/office/drawing/2014/main" id="{A177E324-5C18-6ED1-9406-92B40E4B989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32" name="CasellaDiTesto 131">
              <a:extLst>
                <a:ext uri="{FF2B5EF4-FFF2-40B4-BE49-F238E27FC236}">
                  <a16:creationId xmlns:a16="http://schemas.microsoft.com/office/drawing/2014/main" id="{627C5ACF-FBC0-0708-5AF6-14981F9CCD87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LFB1 183 Cm</a:t>
              </a:r>
            </a:p>
          </p:txBody>
        </p:sp>
        <p:grpSp>
          <p:nvGrpSpPr>
            <p:cNvPr id="133" name="Gruppo 132">
              <a:extLst>
                <a:ext uri="{FF2B5EF4-FFF2-40B4-BE49-F238E27FC236}">
                  <a16:creationId xmlns:a16="http://schemas.microsoft.com/office/drawing/2014/main" id="{F56843C7-135B-14AC-9A52-972488B86DF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37" name="Ovale 136">
                <a:extLst>
                  <a:ext uri="{FF2B5EF4-FFF2-40B4-BE49-F238E27FC236}">
                    <a16:creationId xmlns:a16="http://schemas.microsoft.com/office/drawing/2014/main" id="{62970542-10B3-DB16-31E7-A3698EF31F81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8" name="CasellaDiTesto 137">
                <a:extLst>
                  <a:ext uri="{FF2B5EF4-FFF2-40B4-BE49-F238E27FC236}">
                    <a16:creationId xmlns:a16="http://schemas.microsoft.com/office/drawing/2014/main" id="{561CE7F1-3AB5-8537-E3E3-A500084437A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16</a:t>
                </a:r>
              </a:p>
            </p:txBody>
          </p:sp>
        </p:grpSp>
        <p:grpSp>
          <p:nvGrpSpPr>
            <p:cNvPr id="134" name="Gruppo 133">
              <a:extLst>
                <a:ext uri="{FF2B5EF4-FFF2-40B4-BE49-F238E27FC236}">
                  <a16:creationId xmlns:a16="http://schemas.microsoft.com/office/drawing/2014/main" id="{DEC55C59-78C9-F667-010B-8D4EAB79152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35" name="Ovale 134">
                <a:extLst>
                  <a:ext uri="{FF2B5EF4-FFF2-40B4-BE49-F238E27FC236}">
                    <a16:creationId xmlns:a16="http://schemas.microsoft.com/office/drawing/2014/main" id="{9407DADA-A11D-B73F-DA17-C5CDA8B914D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6" name="CasellaDiTesto 135">
                <a:extLst>
                  <a:ext uri="{FF2B5EF4-FFF2-40B4-BE49-F238E27FC236}">
                    <a16:creationId xmlns:a16="http://schemas.microsoft.com/office/drawing/2014/main" id="{4D3B946E-1582-F8B9-78EF-C0C761197D6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9" name="Gruppo 138">
            <a:extLst>
              <a:ext uri="{FF2B5EF4-FFF2-40B4-BE49-F238E27FC236}">
                <a16:creationId xmlns:a16="http://schemas.microsoft.com/office/drawing/2014/main" id="{4C33E1A6-900B-0E56-5B68-F5CA641AA68F}"/>
              </a:ext>
            </a:extLst>
          </p:cNvPr>
          <p:cNvGrpSpPr/>
          <p:nvPr/>
        </p:nvGrpSpPr>
        <p:grpSpPr>
          <a:xfrm>
            <a:off x="1262473" y="1994872"/>
            <a:ext cx="1460066" cy="222843"/>
            <a:chOff x="3923267" y="734293"/>
            <a:chExt cx="1460066" cy="222843"/>
          </a:xfrm>
        </p:grpSpPr>
        <p:sp>
          <p:nvSpPr>
            <p:cNvPr id="140" name="Rettangolo con due angoli in diagonale arrotondati 139">
              <a:extLst>
                <a:ext uri="{FF2B5EF4-FFF2-40B4-BE49-F238E27FC236}">
                  <a16:creationId xmlns:a16="http://schemas.microsoft.com/office/drawing/2014/main" id="{CF114F21-E6B3-D91B-AEE7-03C51DB9107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41" name="CasellaDiTesto 140">
              <a:extLst>
                <a:ext uri="{FF2B5EF4-FFF2-40B4-BE49-F238E27FC236}">
                  <a16:creationId xmlns:a16="http://schemas.microsoft.com/office/drawing/2014/main" id="{CFBB4F6F-A501-BC7E-D316-0F6A16F8BEE7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RFB2 183 Cm</a:t>
              </a:r>
            </a:p>
          </p:txBody>
        </p:sp>
        <p:grpSp>
          <p:nvGrpSpPr>
            <p:cNvPr id="142" name="Gruppo 141">
              <a:extLst>
                <a:ext uri="{FF2B5EF4-FFF2-40B4-BE49-F238E27FC236}">
                  <a16:creationId xmlns:a16="http://schemas.microsoft.com/office/drawing/2014/main" id="{769F51A8-4DC5-3E8A-40B4-E5A1F4853EC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46" name="Ovale 145">
                <a:extLst>
                  <a:ext uri="{FF2B5EF4-FFF2-40B4-BE49-F238E27FC236}">
                    <a16:creationId xmlns:a16="http://schemas.microsoft.com/office/drawing/2014/main" id="{834A3E53-9071-84E7-F7E3-E6A09A96F12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7" name="CasellaDiTesto 146">
                <a:extLst>
                  <a:ext uri="{FF2B5EF4-FFF2-40B4-BE49-F238E27FC236}">
                    <a16:creationId xmlns:a16="http://schemas.microsoft.com/office/drawing/2014/main" id="{A0F3ABB6-1DAB-A59E-E6CC-A537C6ACB77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14</a:t>
                </a:r>
              </a:p>
            </p:txBody>
          </p:sp>
        </p:grpSp>
        <p:grpSp>
          <p:nvGrpSpPr>
            <p:cNvPr id="143" name="Gruppo 142">
              <a:extLst>
                <a:ext uri="{FF2B5EF4-FFF2-40B4-BE49-F238E27FC236}">
                  <a16:creationId xmlns:a16="http://schemas.microsoft.com/office/drawing/2014/main" id="{8AD723CF-A8A9-31C9-922A-ED36FC92540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44" name="Ovale 143">
                <a:extLst>
                  <a:ext uri="{FF2B5EF4-FFF2-40B4-BE49-F238E27FC236}">
                    <a16:creationId xmlns:a16="http://schemas.microsoft.com/office/drawing/2014/main" id="{021708E9-EA7A-3C35-70C5-97EED0A9E27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5" name="CasellaDiTesto 144">
                <a:extLst>
                  <a:ext uri="{FF2B5EF4-FFF2-40B4-BE49-F238E27FC236}">
                    <a16:creationId xmlns:a16="http://schemas.microsoft.com/office/drawing/2014/main" id="{3BA15252-042A-3C17-60FD-358C8A5EFFD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57" name="Gruppo 156">
            <a:extLst>
              <a:ext uri="{FF2B5EF4-FFF2-40B4-BE49-F238E27FC236}">
                <a16:creationId xmlns:a16="http://schemas.microsoft.com/office/drawing/2014/main" id="{81A28DD6-CA85-CBC1-7AEB-956AF0893C9B}"/>
              </a:ext>
            </a:extLst>
          </p:cNvPr>
          <p:cNvGrpSpPr/>
          <p:nvPr/>
        </p:nvGrpSpPr>
        <p:grpSpPr>
          <a:xfrm>
            <a:off x="6430619" y="3240160"/>
            <a:ext cx="1460066" cy="220379"/>
            <a:chOff x="3923267" y="734293"/>
            <a:chExt cx="1460066" cy="220379"/>
          </a:xfrm>
        </p:grpSpPr>
        <p:sp>
          <p:nvSpPr>
            <p:cNvPr id="158" name="Rettangolo con due angoli in diagonale arrotondati 157">
              <a:extLst>
                <a:ext uri="{FF2B5EF4-FFF2-40B4-BE49-F238E27FC236}">
                  <a16:creationId xmlns:a16="http://schemas.microsoft.com/office/drawing/2014/main" id="{BD44E8AD-CEBE-4A64-5AC7-1A905A231EE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59" name="CasellaDiTesto 158">
              <a:extLst>
                <a:ext uri="{FF2B5EF4-FFF2-40B4-BE49-F238E27FC236}">
                  <a16:creationId xmlns:a16="http://schemas.microsoft.com/office/drawing/2014/main" id="{BD8A9406-B3F1-DCE7-4D60-E8DC27ED201B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LW1 185 Cm</a:t>
              </a:r>
            </a:p>
          </p:txBody>
        </p:sp>
        <p:grpSp>
          <p:nvGrpSpPr>
            <p:cNvPr id="160" name="Gruppo 159">
              <a:extLst>
                <a:ext uri="{FF2B5EF4-FFF2-40B4-BE49-F238E27FC236}">
                  <a16:creationId xmlns:a16="http://schemas.microsoft.com/office/drawing/2014/main" id="{DD033B67-BD26-9EE5-D333-C05909CDFE4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64" name="Ovale 163">
                <a:extLst>
                  <a:ext uri="{FF2B5EF4-FFF2-40B4-BE49-F238E27FC236}">
                    <a16:creationId xmlns:a16="http://schemas.microsoft.com/office/drawing/2014/main" id="{1E79F3AD-CF42-8B00-879D-1674799E1F1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65" name="CasellaDiTesto 164">
                <a:extLst>
                  <a:ext uri="{FF2B5EF4-FFF2-40B4-BE49-F238E27FC236}">
                    <a16:creationId xmlns:a16="http://schemas.microsoft.com/office/drawing/2014/main" id="{87776C47-9342-336E-861B-DDA8D324A9F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161" name="Gruppo 160">
              <a:extLst>
                <a:ext uri="{FF2B5EF4-FFF2-40B4-BE49-F238E27FC236}">
                  <a16:creationId xmlns:a16="http://schemas.microsoft.com/office/drawing/2014/main" id="{312C202C-F0AB-414F-B61A-19F74AFB3D2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62" name="Ovale 161">
                <a:extLst>
                  <a:ext uri="{FF2B5EF4-FFF2-40B4-BE49-F238E27FC236}">
                    <a16:creationId xmlns:a16="http://schemas.microsoft.com/office/drawing/2014/main" id="{8E5E1BA8-C77F-587F-C4E8-1207A281C69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63" name="CasellaDiTesto 162">
                <a:extLst>
                  <a:ext uri="{FF2B5EF4-FFF2-40B4-BE49-F238E27FC236}">
                    <a16:creationId xmlns:a16="http://schemas.microsoft.com/office/drawing/2014/main" id="{E96B5B78-D307-0F0E-B2D6-A5A3C3D8117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75" name="Gruppo 174">
            <a:extLst>
              <a:ext uri="{FF2B5EF4-FFF2-40B4-BE49-F238E27FC236}">
                <a16:creationId xmlns:a16="http://schemas.microsoft.com/office/drawing/2014/main" id="{DADED44D-6B88-7A06-F1E1-D6B5B7BED198}"/>
              </a:ext>
            </a:extLst>
          </p:cNvPr>
          <p:cNvGrpSpPr/>
          <p:nvPr/>
        </p:nvGrpSpPr>
        <p:grpSpPr>
          <a:xfrm>
            <a:off x="4713824" y="3172405"/>
            <a:ext cx="1460066" cy="222843"/>
            <a:chOff x="3923267" y="734293"/>
            <a:chExt cx="1460066" cy="222843"/>
          </a:xfrm>
        </p:grpSpPr>
        <p:sp>
          <p:nvSpPr>
            <p:cNvPr id="176" name="Rettangolo con due angoli in diagonale arrotondati 175">
              <a:extLst>
                <a:ext uri="{FF2B5EF4-FFF2-40B4-BE49-F238E27FC236}">
                  <a16:creationId xmlns:a16="http://schemas.microsoft.com/office/drawing/2014/main" id="{66AE778F-7BAD-922F-9D5F-46B75AE7CD2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77" name="CasellaDiTesto 176">
              <a:extLst>
                <a:ext uri="{FF2B5EF4-FFF2-40B4-BE49-F238E27FC236}">
                  <a16:creationId xmlns:a16="http://schemas.microsoft.com/office/drawing/2014/main" id="{ADEEC969-0006-A94A-232F-17601CC47E98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LCM2 177 Cm</a:t>
              </a:r>
            </a:p>
          </p:txBody>
        </p:sp>
        <p:grpSp>
          <p:nvGrpSpPr>
            <p:cNvPr id="178" name="Gruppo 177">
              <a:extLst>
                <a:ext uri="{FF2B5EF4-FFF2-40B4-BE49-F238E27FC236}">
                  <a16:creationId xmlns:a16="http://schemas.microsoft.com/office/drawing/2014/main" id="{FA1369BB-C050-52E9-B5B5-FD24DB5C9AC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82" name="Ovale 181">
                <a:extLst>
                  <a:ext uri="{FF2B5EF4-FFF2-40B4-BE49-F238E27FC236}">
                    <a16:creationId xmlns:a16="http://schemas.microsoft.com/office/drawing/2014/main" id="{2F5103FE-46ED-0D18-1FF2-F29C47C32FC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3" name="CasellaDiTesto 182">
                <a:extLst>
                  <a:ext uri="{FF2B5EF4-FFF2-40B4-BE49-F238E27FC236}">
                    <a16:creationId xmlns:a16="http://schemas.microsoft.com/office/drawing/2014/main" id="{906E5027-7220-5035-C31C-D6D7BDFAA3C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28</a:t>
                </a:r>
              </a:p>
            </p:txBody>
          </p:sp>
        </p:grpSp>
        <p:grpSp>
          <p:nvGrpSpPr>
            <p:cNvPr id="179" name="Gruppo 178">
              <a:extLst>
                <a:ext uri="{FF2B5EF4-FFF2-40B4-BE49-F238E27FC236}">
                  <a16:creationId xmlns:a16="http://schemas.microsoft.com/office/drawing/2014/main" id="{C6BF1161-B000-998A-8614-37C45378DDA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0" name="Ovale 179">
                <a:extLst>
                  <a:ext uri="{FF2B5EF4-FFF2-40B4-BE49-F238E27FC236}">
                    <a16:creationId xmlns:a16="http://schemas.microsoft.com/office/drawing/2014/main" id="{6D84412C-9DB3-CDAA-073B-4968FF4B9D5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1" name="CasellaDiTesto 180">
                <a:extLst>
                  <a:ext uri="{FF2B5EF4-FFF2-40B4-BE49-F238E27FC236}">
                    <a16:creationId xmlns:a16="http://schemas.microsoft.com/office/drawing/2014/main" id="{88E0AB2D-23D9-FB03-5453-DDDA661BD258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84" name="Gruppo 183">
            <a:extLst>
              <a:ext uri="{FF2B5EF4-FFF2-40B4-BE49-F238E27FC236}">
                <a16:creationId xmlns:a16="http://schemas.microsoft.com/office/drawing/2014/main" id="{CD3A943C-466C-DE38-C416-AB3DC41DBC1A}"/>
              </a:ext>
            </a:extLst>
          </p:cNvPr>
          <p:cNvGrpSpPr/>
          <p:nvPr/>
        </p:nvGrpSpPr>
        <p:grpSpPr>
          <a:xfrm>
            <a:off x="6430619" y="3433434"/>
            <a:ext cx="1460066" cy="222843"/>
            <a:chOff x="3923267" y="734293"/>
            <a:chExt cx="1460066" cy="222843"/>
          </a:xfrm>
        </p:grpSpPr>
        <p:sp>
          <p:nvSpPr>
            <p:cNvPr id="185" name="Rettangolo con due angoli in diagonale arrotondati 184">
              <a:extLst>
                <a:ext uri="{FF2B5EF4-FFF2-40B4-BE49-F238E27FC236}">
                  <a16:creationId xmlns:a16="http://schemas.microsoft.com/office/drawing/2014/main" id="{E549E785-A504-2FF5-2CE4-E3FBAA2486F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86" name="CasellaDiTesto 185">
              <a:extLst>
                <a:ext uri="{FF2B5EF4-FFF2-40B4-BE49-F238E27FC236}">
                  <a16:creationId xmlns:a16="http://schemas.microsoft.com/office/drawing/2014/main" id="{6B7BFAE4-1370-6B27-BBD4-E8689874290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LW2 184 Cm</a:t>
              </a:r>
            </a:p>
          </p:txBody>
        </p:sp>
        <p:grpSp>
          <p:nvGrpSpPr>
            <p:cNvPr id="187" name="Gruppo 186">
              <a:extLst>
                <a:ext uri="{FF2B5EF4-FFF2-40B4-BE49-F238E27FC236}">
                  <a16:creationId xmlns:a16="http://schemas.microsoft.com/office/drawing/2014/main" id="{9E86ABB4-3C90-D6F1-CABB-B24F70C1AF0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91" name="Ovale 190">
                <a:extLst>
                  <a:ext uri="{FF2B5EF4-FFF2-40B4-BE49-F238E27FC236}">
                    <a16:creationId xmlns:a16="http://schemas.microsoft.com/office/drawing/2014/main" id="{C0106FF0-9F5F-E3A4-16B2-CCD439EC20D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92" name="CasellaDiTesto 191">
                <a:extLst>
                  <a:ext uri="{FF2B5EF4-FFF2-40B4-BE49-F238E27FC236}">
                    <a16:creationId xmlns:a16="http://schemas.microsoft.com/office/drawing/2014/main" id="{A726C7BA-7521-8B95-EAF9-B708EB9E01D6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188" name="Gruppo 187">
              <a:extLst>
                <a:ext uri="{FF2B5EF4-FFF2-40B4-BE49-F238E27FC236}">
                  <a16:creationId xmlns:a16="http://schemas.microsoft.com/office/drawing/2014/main" id="{CD451B1A-65A0-C0FA-36BD-8CFCE5D4943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9" name="Ovale 188">
                <a:extLst>
                  <a:ext uri="{FF2B5EF4-FFF2-40B4-BE49-F238E27FC236}">
                    <a16:creationId xmlns:a16="http://schemas.microsoft.com/office/drawing/2014/main" id="{62FB9944-1A7A-A7F5-95A8-BC8146F1B87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90" name="CasellaDiTesto 189">
                <a:extLst>
                  <a:ext uri="{FF2B5EF4-FFF2-40B4-BE49-F238E27FC236}">
                    <a16:creationId xmlns:a16="http://schemas.microsoft.com/office/drawing/2014/main" id="{42D0C469-3F52-3E4C-1D55-5F859C4D5D9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93" name="Gruppo 192">
            <a:extLst>
              <a:ext uri="{FF2B5EF4-FFF2-40B4-BE49-F238E27FC236}">
                <a16:creationId xmlns:a16="http://schemas.microsoft.com/office/drawing/2014/main" id="{9E953A35-4C9A-6A94-7246-F9EFA5D455B6}"/>
              </a:ext>
            </a:extLst>
          </p:cNvPr>
          <p:cNvGrpSpPr/>
          <p:nvPr/>
        </p:nvGrpSpPr>
        <p:grpSpPr>
          <a:xfrm>
            <a:off x="3841541" y="1055475"/>
            <a:ext cx="1460066" cy="222843"/>
            <a:chOff x="3923267" y="734293"/>
            <a:chExt cx="1460066" cy="222843"/>
          </a:xfrm>
        </p:grpSpPr>
        <p:sp>
          <p:nvSpPr>
            <p:cNvPr id="194" name="Rettangolo con due angoli in diagonale arrotondati 193">
              <a:extLst>
                <a:ext uri="{FF2B5EF4-FFF2-40B4-BE49-F238E27FC236}">
                  <a16:creationId xmlns:a16="http://schemas.microsoft.com/office/drawing/2014/main" id="{3BB488DD-C52D-16E5-F98E-FAB545690D3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95" name="CasellaDiTesto 194">
              <a:extLst>
                <a:ext uri="{FF2B5EF4-FFF2-40B4-BE49-F238E27FC236}">
                  <a16:creationId xmlns:a16="http://schemas.microsoft.com/office/drawing/2014/main" id="{C04D42AB-6853-A81B-947F-67F30448EAFC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GK3</a:t>
              </a:r>
            </a:p>
          </p:txBody>
        </p:sp>
        <p:grpSp>
          <p:nvGrpSpPr>
            <p:cNvPr id="196" name="Gruppo 195">
              <a:extLst>
                <a:ext uri="{FF2B5EF4-FFF2-40B4-BE49-F238E27FC236}">
                  <a16:creationId xmlns:a16="http://schemas.microsoft.com/office/drawing/2014/main" id="{7E65B0A3-AB5E-CBFC-62EF-C5E93D31B83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0" name="Ovale 199">
                <a:extLst>
                  <a:ext uri="{FF2B5EF4-FFF2-40B4-BE49-F238E27FC236}">
                    <a16:creationId xmlns:a16="http://schemas.microsoft.com/office/drawing/2014/main" id="{89038D5B-BEF2-8835-1EC2-9D5D87B2712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201" name="CasellaDiTesto 200">
                <a:extLst>
                  <a:ext uri="{FF2B5EF4-FFF2-40B4-BE49-F238E27FC236}">
                    <a16:creationId xmlns:a16="http://schemas.microsoft.com/office/drawing/2014/main" id="{10A76575-8A21-272E-EF52-09E2D90061D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</a:t>
                </a:r>
              </a:p>
            </p:txBody>
          </p:sp>
        </p:grpSp>
        <p:grpSp>
          <p:nvGrpSpPr>
            <p:cNvPr id="197" name="Gruppo 196">
              <a:extLst>
                <a:ext uri="{FF2B5EF4-FFF2-40B4-BE49-F238E27FC236}">
                  <a16:creationId xmlns:a16="http://schemas.microsoft.com/office/drawing/2014/main" id="{C4FFD092-A311-1617-BC95-3BF32F32E1E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98" name="Ovale 197">
                <a:extLst>
                  <a:ext uri="{FF2B5EF4-FFF2-40B4-BE49-F238E27FC236}">
                    <a16:creationId xmlns:a16="http://schemas.microsoft.com/office/drawing/2014/main" id="{0D8FF55A-E90C-F45C-E817-3A2DE5A8EEDC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99" name="CasellaDiTesto 198">
                <a:extLst>
                  <a:ext uri="{FF2B5EF4-FFF2-40B4-BE49-F238E27FC236}">
                    <a16:creationId xmlns:a16="http://schemas.microsoft.com/office/drawing/2014/main" id="{D74E08A0-B25E-0E7D-C89B-E30DC4658739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02" name="Gruppo 201">
            <a:extLst>
              <a:ext uri="{FF2B5EF4-FFF2-40B4-BE49-F238E27FC236}">
                <a16:creationId xmlns:a16="http://schemas.microsoft.com/office/drawing/2014/main" id="{8D47A226-8D22-1C32-41C9-D009B127614A}"/>
              </a:ext>
            </a:extLst>
          </p:cNvPr>
          <p:cNvGrpSpPr/>
          <p:nvPr/>
        </p:nvGrpSpPr>
        <p:grpSpPr>
          <a:xfrm>
            <a:off x="6481023" y="1982712"/>
            <a:ext cx="1460066" cy="222843"/>
            <a:chOff x="3923267" y="734293"/>
            <a:chExt cx="1460066" cy="222843"/>
          </a:xfrm>
        </p:grpSpPr>
        <p:sp>
          <p:nvSpPr>
            <p:cNvPr id="203" name="Rettangolo con due angoli in diagonale arrotondati 202">
              <a:extLst>
                <a:ext uri="{FF2B5EF4-FFF2-40B4-BE49-F238E27FC236}">
                  <a16:creationId xmlns:a16="http://schemas.microsoft.com/office/drawing/2014/main" id="{3A729704-72FF-25E2-AE14-558A2F11E1C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04" name="CasellaDiTesto 203">
              <a:extLst>
                <a:ext uri="{FF2B5EF4-FFF2-40B4-BE49-F238E27FC236}">
                  <a16:creationId xmlns:a16="http://schemas.microsoft.com/office/drawing/2014/main" id="{4DC03AE0-191E-F668-15F9-02815C3E743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LFB2 176 Cm</a:t>
              </a:r>
            </a:p>
          </p:txBody>
        </p:sp>
        <p:grpSp>
          <p:nvGrpSpPr>
            <p:cNvPr id="205" name="Gruppo 204">
              <a:extLst>
                <a:ext uri="{FF2B5EF4-FFF2-40B4-BE49-F238E27FC236}">
                  <a16:creationId xmlns:a16="http://schemas.microsoft.com/office/drawing/2014/main" id="{6019715E-2619-03EA-B3C7-26D4340F7D8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9" name="Ovale 208">
                <a:extLst>
                  <a:ext uri="{FF2B5EF4-FFF2-40B4-BE49-F238E27FC236}">
                    <a16:creationId xmlns:a16="http://schemas.microsoft.com/office/drawing/2014/main" id="{EF3AA43C-47FC-7E96-F1A8-AD63DA93122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0" name="CasellaDiTesto 209">
                <a:extLst>
                  <a:ext uri="{FF2B5EF4-FFF2-40B4-BE49-F238E27FC236}">
                    <a16:creationId xmlns:a16="http://schemas.microsoft.com/office/drawing/2014/main" id="{D2D8244F-E06B-9B72-63BB-EB45F559977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17</a:t>
                </a:r>
              </a:p>
            </p:txBody>
          </p:sp>
        </p:grpSp>
        <p:grpSp>
          <p:nvGrpSpPr>
            <p:cNvPr id="206" name="Gruppo 205">
              <a:extLst>
                <a:ext uri="{FF2B5EF4-FFF2-40B4-BE49-F238E27FC236}">
                  <a16:creationId xmlns:a16="http://schemas.microsoft.com/office/drawing/2014/main" id="{5D5F8D9A-C49F-D411-DEF7-645687A64CF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07" name="Ovale 206">
                <a:extLst>
                  <a:ext uri="{FF2B5EF4-FFF2-40B4-BE49-F238E27FC236}">
                    <a16:creationId xmlns:a16="http://schemas.microsoft.com/office/drawing/2014/main" id="{032A44F7-1D04-98EC-0263-785E7834720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08" name="CasellaDiTesto 207">
                <a:extLst>
                  <a:ext uri="{FF2B5EF4-FFF2-40B4-BE49-F238E27FC236}">
                    <a16:creationId xmlns:a16="http://schemas.microsoft.com/office/drawing/2014/main" id="{481D3297-B1C7-4D51-F6FB-7AE96826C27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11" name="Picture 2">
            <a:extLst>
              <a:ext uri="{FF2B5EF4-FFF2-40B4-BE49-F238E27FC236}">
                <a16:creationId xmlns:a16="http://schemas.microsoft.com/office/drawing/2014/main" id="{2419BBA9-7A5E-F7C2-50D1-2727432D4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1518203" y="139143"/>
            <a:ext cx="343125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uppo 211">
            <a:extLst>
              <a:ext uri="{FF2B5EF4-FFF2-40B4-BE49-F238E27FC236}">
                <a16:creationId xmlns:a16="http://schemas.microsoft.com/office/drawing/2014/main" id="{FF5524A4-7860-AFB2-3DC0-C59777BA5C8E}"/>
              </a:ext>
            </a:extLst>
          </p:cNvPr>
          <p:cNvGrpSpPr/>
          <p:nvPr/>
        </p:nvGrpSpPr>
        <p:grpSpPr>
          <a:xfrm>
            <a:off x="3841541" y="680888"/>
            <a:ext cx="1460066" cy="220379"/>
            <a:chOff x="3923267" y="734293"/>
            <a:chExt cx="1460066" cy="220379"/>
          </a:xfrm>
        </p:grpSpPr>
        <p:sp>
          <p:nvSpPr>
            <p:cNvPr id="213" name="Rettangolo con due angoli in diagonale arrotondati 212">
              <a:extLst>
                <a:ext uri="{FF2B5EF4-FFF2-40B4-BE49-F238E27FC236}">
                  <a16:creationId xmlns:a16="http://schemas.microsoft.com/office/drawing/2014/main" id="{C7D81BBC-1986-C0BB-5E09-352A901F658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14" name="CasellaDiTesto 213">
              <a:extLst>
                <a:ext uri="{FF2B5EF4-FFF2-40B4-BE49-F238E27FC236}">
                  <a16:creationId xmlns:a16="http://schemas.microsoft.com/office/drawing/2014/main" id="{D5CD119F-1612-1F84-662B-0E4627DDA61D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GK1</a:t>
              </a:r>
            </a:p>
          </p:txBody>
        </p:sp>
        <p:grpSp>
          <p:nvGrpSpPr>
            <p:cNvPr id="215" name="Gruppo 214">
              <a:extLst>
                <a:ext uri="{FF2B5EF4-FFF2-40B4-BE49-F238E27FC236}">
                  <a16:creationId xmlns:a16="http://schemas.microsoft.com/office/drawing/2014/main" id="{1434D616-D863-99CD-6B93-C6D72F687A2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19" name="Ovale 218">
                <a:extLst>
                  <a:ext uri="{FF2B5EF4-FFF2-40B4-BE49-F238E27FC236}">
                    <a16:creationId xmlns:a16="http://schemas.microsoft.com/office/drawing/2014/main" id="{8EB66AC0-2AAD-B8E9-F9DC-D950C22D03A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0" name="CasellaDiTesto 219">
                <a:extLst>
                  <a:ext uri="{FF2B5EF4-FFF2-40B4-BE49-F238E27FC236}">
                    <a16:creationId xmlns:a16="http://schemas.microsoft.com/office/drawing/2014/main" id="{D446E3E7-C4E6-73E0-154A-DD380DEB847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</a:t>
                </a:r>
              </a:p>
            </p:txBody>
          </p:sp>
        </p:grpSp>
        <p:grpSp>
          <p:nvGrpSpPr>
            <p:cNvPr id="216" name="Gruppo 215">
              <a:extLst>
                <a:ext uri="{FF2B5EF4-FFF2-40B4-BE49-F238E27FC236}">
                  <a16:creationId xmlns:a16="http://schemas.microsoft.com/office/drawing/2014/main" id="{56907C77-024A-E949-F13C-543437AF613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17" name="Ovale 216">
                <a:extLst>
                  <a:ext uri="{FF2B5EF4-FFF2-40B4-BE49-F238E27FC236}">
                    <a16:creationId xmlns:a16="http://schemas.microsoft.com/office/drawing/2014/main" id="{61A43EE2-B98A-C89C-FF1E-613751858F5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8" name="CasellaDiTesto 217">
                <a:extLst>
                  <a:ext uri="{FF2B5EF4-FFF2-40B4-BE49-F238E27FC236}">
                    <a16:creationId xmlns:a16="http://schemas.microsoft.com/office/drawing/2014/main" id="{B55CF8F9-D612-AB20-74A4-E8A99B43D5F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21" name="Gruppo 220">
            <a:extLst>
              <a:ext uri="{FF2B5EF4-FFF2-40B4-BE49-F238E27FC236}">
                <a16:creationId xmlns:a16="http://schemas.microsoft.com/office/drawing/2014/main" id="{85AF12AD-66F3-0027-8B50-481B6A6681AB}"/>
              </a:ext>
            </a:extLst>
          </p:cNvPr>
          <p:cNvGrpSpPr/>
          <p:nvPr/>
        </p:nvGrpSpPr>
        <p:grpSpPr>
          <a:xfrm>
            <a:off x="4720580" y="1984232"/>
            <a:ext cx="1460066" cy="222843"/>
            <a:chOff x="3923267" y="734293"/>
            <a:chExt cx="1460066" cy="222843"/>
          </a:xfrm>
        </p:grpSpPr>
        <p:sp>
          <p:nvSpPr>
            <p:cNvPr id="222" name="Rettangolo con due angoli in diagonale arrotondati 221">
              <a:extLst>
                <a:ext uri="{FF2B5EF4-FFF2-40B4-BE49-F238E27FC236}">
                  <a16:creationId xmlns:a16="http://schemas.microsoft.com/office/drawing/2014/main" id="{6B285D2C-B43D-8F2D-9290-888E3A8C445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23" name="CasellaDiTesto 222">
              <a:extLst>
                <a:ext uri="{FF2B5EF4-FFF2-40B4-BE49-F238E27FC236}">
                  <a16:creationId xmlns:a16="http://schemas.microsoft.com/office/drawing/2014/main" id="{295396D3-4D8E-B653-2D2E-FA968F027F5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LCB2 182 Cm</a:t>
              </a:r>
            </a:p>
          </p:txBody>
        </p:sp>
        <p:grpSp>
          <p:nvGrpSpPr>
            <p:cNvPr id="224" name="Gruppo 223">
              <a:extLst>
                <a:ext uri="{FF2B5EF4-FFF2-40B4-BE49-F238E27FC236}">
                  <a16:creationId xmlns:a16="http://schemas.microsoft.com/office/drawing/2014/main" id="{499CCA95-307F-D6D3-7CB8-617613847B1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28" name="Ovale 227">
                <a:extLst>
                  <a:ext uri="{FF2B5EF4-FFF2-40B4-BE49-F238E27FC236}">
                    <a16:creationId xmlns:a16="http://schemas.microsoft.com/office/drawing/2014/main" id="{E0359658-2082-B378-8E3D-3594C30B439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9" name="CasellaDiTesto 228">
                <a:extLst>
                  <a:ext uri="{FF2B5EF4-FFF2-40B4-BE49-F238E27FC236}">
                    <a16:creationId xmlns:a16="http://schemas.microsoft.com/office/drawing/2014/main" id="{B7A5C792-744F-99C3-1722-8AB6C38C0C7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11</a:t>
                </a:r>
              </a:p>
            </p:txBody>
          </p:sp>
        </p:grpSp>
        <p:grpSp>
          <p:nvGrpSpPr>
            <p:cNvPr id="225" name="Gruppo 224">
              <a:extLst>
                <a:ext uri="{FF2B5EF4-FFF2-40B4-BE49-F238E27FC236}">
                  <a16:creationId xmlns:a16="http://schemas.microsoft.com/office/drawing/2014/main" id="{B3A545A3-5AAA-369B-A8A9-B9A0DDDBEDB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26" name="Ovale 225">
                <a:extLst>
                  <a:ext uri="{FF2B5EF4-FFF2-40B4-BE49-F238E27FC236}">
                    <a16:creationId xmlns:a16="http://schemas.microsoft.com/office/drawing/2014/main" id="{6D8F114F-B321-EA25-84A4-41613C84BFF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7" name="CasellaDiTesto 226">
                <a:extLst>
                  <a:ext uri="{FF2B5EF4-FFF2-40B4-BE49-F238E27FC236}">
                    <a16:creationId xmlns:a16="http://schemas.microsoft.com/office/drawing/2014/main" id="{7F62D400-45D5-DC38-2C9B-D2DBF89EB4B8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30" name="Gruppo 229">
            <a:extLst>
              <a:ext uri="{FF2B5EF4-FFF2-40B4-BE49-F238E27FC236}">
                <a16:creationId xmlns:a16="http://schemas.microsoft.com/office/drawing/2014/main" id="{81A961A6-BB75-FF5C-78FA-3D84F4C3FB16}"/>
              </a:ext>
            </a:extLst>
          </p:cNvPr>
          <p:cNvGrpSpPr/>
          <p:nvPr/>
        </p:nvGrpSpPr>
        <p:grpSpPr>
          <a:xfrm>
            <a:off x="2988314" y="3172106"/>
            <a:ext cx="1460066" cy="222843"/>
            <a:chOff x="3923267" y="734293"/>
            <a:chExt cx="1460066" cy="222843"/>
          </a:xfrm>
        </p:grpSpPr>
        <p:sp>
          <p:nvSpPr>
            <p:cNvPr id="231" name="Rettangolo con due angoli in diagonale arrotondati 230">
              <a:extLst>
                <a:ext uri="{FF2B5EF4-FFF2-40B4-BE49-F238E27FC236}">
                  <a16:creationId xmlns:a16="http://schemas.microsoft.com/office/drawing/2014/main" id="{16F0EA5F-3B51-BCCA-DB84-FD7BD3F8CAE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32" name="CasellaDiTesto 231">
              <a:extLst>
                <a:ext uri="{FF2B5EF4-FFF2-40B4-BE49-F238E27FC236}">
                  <a16:creationId xmlns:a16="http://schemas.microsoft.com/office/drawing/2014/main" id="{68F1EB6B-87CC-9771-EDA6-56B239E8D54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RCM2 181 Cm</a:t>
              </a:r>
            </a:p>
          </p:txBody>
        </p:sp>
        <p:grpSp>
          <p:nvGrpSpPr>
            <p:cNvPr id="233" name="Gruppo 232">
              <a:extLst>
                <a:ext uri="{FF2B5EF4-FFF2-40B4-BE49-F238E27FC236}">
                  <a16:creationId xmlns:a16="http://schemas.microsoft.com/office/drawing/2014/main" id="{9E3CC67E-4264-4550-9EB3-A5D5A1100F5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37" name="Ovale 236">
                <a:extLst>
                  <a:ext uri="{FF2B5EF4-FFF2-40B4-BE49-F238E27FC236}">
                    <a16:creationId xmlns:a16="http://schemas.microsoft.com/office/drawing/2014/main" id="{EAB23519-36C5-1EBB-B795-80895A7DAC3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8" name="CasellaDiTesto 237">
                <a:extLst>
                  <a:ext uri="{FF2B5EF4-FFF2-40B4-BE49-F238E27FC236}">
                    <a16:creationId xmlns:a16="http://schemas.microsoft.com/office/drawing/2014/main" id="{F3458C32-DA2B-F384-52C1-5000601DB8D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24</a:t>
                </a:r>
              </a:p>
            </p:txBody>
          </p:sp>
        </p:grpSp>
        <p:grpSp>
          <p:nvGrpSpPr>
            <p:cNvPr id="234" name="Gruppo 233">
              <a:extLst>
                <a:ext uri="{FF2B5EF4-FFF2-40B4-BE49-F238E27FC236}">
                  <a16:creationId xmlns:a16="http://schemas.microsoft.com/office/drawing/2014/main" id="{045EE1F3-9B13-AF22-64A2-44130A7610E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35" name="Ovale 234">
                <a:extLst>
                  <a:ext uri="{FF2B5EF4-FFF2-40B4-BE49-F238E27FC236}">
                    <a16:creationId xmlns:a16="http://schemas.microsoft.com/office/drawing/2014/main" id="{367043E1-E3BA-3B12-E119-426BB48B586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6" name="CasellaDiTesto 235">
                <a:extLst>
                  <a:ext uri="{FF2B5EF4-FFF2-40B4-BE49-F238E27FC236}">
                    <a16:creationId xmlns:a16="http://schemas.microsoft.com/office/drawing/2014/main" id="{0547CD94-D672-4374-7A8A-7EF216614A0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48" name="Gruppo 247">
            <a:extLst>
              <a:ext uri="{FF2B5EF4-FFF2-40B4-BE49-F238E27FC236}">
                <a16:creationId xmlns:a16="http://schemas.microsoft.com/office/drawing/2014/main" id="{6DDB8EF7-DF4D-676F-E10D-C3F80980973E}"/>
              </a:ext>
            </a:extLst>
          </p:cNvPr>
          <p:cNvGrpSpPr/>
          <p:nvPr/>
        </p:nvGrpSpPr>
        <p:grpSpPr>
          <a:xfrm>
            <a:off x="4713824" y="3374435"/>
            <a:ext cx="1460066" cy="222843"/>
            <a:chOff x="3923267" y="734293"/>
            <a:chExt cx="1460066" cy="222843"/>
          </a:xfrm>
        </p:grpSpPr>
        <p:sp>
          <p:nvSpPr>
            <p:cNvPr id="249" name="Rettangolo con due angoli in diagonale arrotondati 248">
              <a:extLst>
                <a:ext uri="{FF2B5EF4-FFF2-40B4-BE49-F238E27FC236}">
                  <a16:creationId xmlns:a16="http://schemas.microsoft.com/office/drawing/2014/main" id="{7CD24991-AA2B-B474-FD73-70625C6877E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0" name="CasellaDiTesto 249">
              <a:extLst>
                <a:ext uri="{FF2B5EF4-FFF2-40B4-BE49-F238E27FC236}">
                  <a16:creationId xmlns:a16="http://schemas.microsoft.com/office/drawing/2014/main" id="{E23C5F63-3D3C-B833-7DE4-1B7016386275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LCM3 186 Cm</a:t>
              </a:r>
            </a:p>
          </p:txBody>
        </p:sp>
        <p:grpSp>
          <p:nvGrpSpPr>
            <p:cNvPr id="251" name="Gruppo 250">
              <a:extLst>
                <a:ext uri="{FF2B5EF4-FFF2-40B4-BE49-F238E27FC236}">
                  <a16:creationId xmlns:a16="http://schemas.microsoft.com/office/drawing/2014/main" id="{EE859052-F79E-2FA4-AB02-99D373F7358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55" name="Ovale 254">
                <a:extLst>
                  <a:ext uri="{FF2B5EF4-FFF2-40B4-BE49-F238E27FC236}">
                    <a16:creationId xmlns:a16="http://schemas.microsoft.com/office/drawing/2014/main" id="{E857870F-D368-FA76-E2D5-675B1240AE1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6" name="CasellaDiTesto 255">
                <a:extLst>
                  <a:ext uri="{FF2B5EF4-FFF2-40B4-BE49-F238E27FC236}">
                    <a16:creationId xmlns:a16="http://schemas.microsoft.com/office/drawing/2014/main" id="{845B6718-964D-3475-C8E2-07272DF9E2A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29</a:t>
                </a:r>
              </a:p>
            </p:txBody>
          </p:sp>
        </p:grpSp>
        <p:grpSp>
          <p:nvGrpSpPr>
            <p:cNvPr id="252" name="Gruppo 251">
              <a:extLst>
                <a:ext uri="{FF2B5EF4-FFF2-40B4-BE49-F238E27FC236}">
                  <a16:creationId xmlns:a16="http://schemas.microsoft.com/office/drawing/2014/main" id="{BE80BF26-07A5-6359-2440-30718CAD34F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53" name="Ovale 252">
                <a:extLst>
                  <a:ext uri="{FF2B5EF4-FFF2-40B4-BE49-F238E27FC236}">
                    <a16:creationId xmlns:a16="http://schemas.microsoft.com/office/drawing/2014/main" id="{8E8DA61C-946E-16BE-1637-C8E2C4C5649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4" name="CasellaDiTesto 253">
                <a:extLst>
                  <a:ext uri="{FF2B5EF4-FFF2-40B4-BE49-F238E27FC236}">
                    <a16:creationId xmlns:a16="http://schemas.microsoft.com/office/drawing/2014/main" id="{4D1E6913-4436-2209-5C7E-474CC2CF6D4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57" name="Gruppo 256">
            <a:extLst>
              <a:ext uri="{FF2B5EF4-FFF2-40B4-BE49-F238E27FC236}">
                <a16:creationId xmlns:a16="http://schemas.microsoft.com/office/drawing/2014/main" id="{933AF39B-31AC-C8D0-BDAF-08F75E9D23F7}"/>
              </a:ext>
            </a:extLst>
          </p:cNvPr>
          <p:cNvGrpSpPr/>
          <p:nvPr/>
        </p:nvGrpSpPr>
        <p:grpSpPr>
          <a:xfrm>
            <a:off x="2988314" y="3374286"/>
            <a:ext cx="1460066" cy="222843"/>
            <a:chOff x="3923267" y="734293"/>
            <a:chExt cx="1460066" cy="222843"/>
          </a:xfrm>
        </p:grpSpPr>
        <p:sp>
          <p:nvSpPr>
            <p:cNvPr id="258" name="Rettangolo con due angoli in diagonale arrotondati 257">
              <a:extLst>
                <a:ext uri="{FF2B5EF4-FFF2-40B4-BE49-F238E27FC236}">
                  <a16:creationId xmlns:a16="http://schemas.microsoft.com/office/drawing/2014/main" id="{6B7BB3D8-290E-0E6F-86E2-CF7093054C1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9" name="CasellaDiTesto 258">
              <a:extLst>
                <a:ext uri="{FF2B5EF4-FFF2-40B4-BE49-F238E27FC236}">
                  <a16:creationId xmlns:a16="http://schemas.microsoft.com/office/drawing/2014/main" id="{D11B9754-9DA6-1F7F-3AC4-FE112E2DC291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RCM3 185 Cm</a:t>
              </a:r>
            </a:p>
          </p:txBody>
        </p:sp>
        <p:grpSp>
          <p:nvGrpSpPr>
            <p:cNvPr id="260" name="Gruppo 259">
              <a:extLst>
                <a:ext uri="{FF2B5EF4-FFF2-40B4-BE49-F238E27FC236}">
                  <a16:creationId xmlns:a16="http://schemas.microsoft.com/office/drawing/2014/main" id="{D7E47D17-777E-C4F3-B67A-5FB19F247AF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64" name="Ovale 263">
                <a:extLst>
                  <a:ext uri="{FF2B5EF4-FFF2-40B4-BE49-F238E27FC236}">
                    <a16:creationId xmlns:a16="http://schemas.microsoft.com/office/drawing/2014/main" id="{6BBF27C7-A969-EF30-2B2A-8C072642C9C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5" name="CasellaDiTesto 264">
                <a:extLst>
                  <a:ext uri="{FF2B5EF4-FFF2-40B4-BE49-F238E27FC236}">
                    <a16:creationId xmlns:a16="http://schemas.microsoft.com/office/drawing/2014/main" id="{025AD13D-272D-1227-A837-08D67D539E66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25</a:t>
                </a:r>
              </a:p>
            </p:txBody>
          </p:sp>
        </p:grpSp>
        <p:grpSp>
          <p:nvGrpSpPr>
            <p:cNvPr id="261" name="Gruppo 260">
              <a:extLst>
                <a:ext uri="{FF2B5EF4-FFF2-40B4-BE49-F238E27FC236}">
                  <a16:creationId xmlns:a16="http://schemas.microsoft.com/office/drawing/2014/main" id="{284463B3-1D3E-5BDB-BC90-B81235A7026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62" name="Ovale 261">
                <a:extLst>
                  <a:ext uri="{FF2B5EF4-FFF2-40B4-BE49-F238E27FC236}">
                    <a16:creationId xmlns:a16="http://schemas.microsoft.com/office/drawing/2014/main" id="{4624CF95-BC2F-8CB0-30DC-EDE0E5FD540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3" name="CasellaDiTesto 262">
                <a:extLst>
                  <a:ext uri="{FF2B5EF4-FFF2-40B4-BE49-F238E27FC236}">
                    <a16:creationId xmlns:a16="http://schemas.microsoft.com/office/drawing/2014/main" id="{571C73CC-EBBF-0F1C-7BE7-4D36485CC58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66" name="Picture 2">
            <a:extLst>
              <a:ext uri="{FF2B5EF4-FFF2-40B4-BE49-F238E27FC236}">
                <a16:creationId xmlns:a16="http://schemas.microsoft.com/office/drawing/2014/main" id="{825C881A-9185-0C44-11EE-C3D27C121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053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4">
            <a:extLst>
              <a:ext uri="{FF2B5EF4-FFF2-40B4-BE49-F238E27FC236}">
                <a16:creationId xmlns:a16="http://schemas.microsoft.com/office/drawing/2014/main" id="{987CEE0E-A61F-EBEF-AC53-539E66D65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296" y="1594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6">
            <a:extLst>
              <a:ext uri="{FF2B5EF4-FFF2-40B4-BE49-F238E27FC236}">
                <a16:creationId xmlns:a16="http://schemas.microsoft.com/office/drawing/2014/main" id="{7A813FF0-16C4-C257-EE65-6422176BB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658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Picture 14">
            <a:extLst>
              <a:ext uri="{FF2B5EF4-FFF2-40B4-BE49-F238E27FC236}">
                <a16:creationId xmlns:a16="http://schemas.microsoft.com/office/drawing/2014/main" id="{A5FA3D5F-4612-7773-464F-DDC966955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058" y="2450639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Picture 18">
            <a:extLst>
              <a:ext uri="{FF2B5EF4-FFF2-40B4-BE49-F238E27FC236}">
                <a16:creationId xmlns:a16="http://schemas.microsoft.com/office/drawing/2014/main" id="{82F91DB9-DB14-2CB7-2EE9-548557FD5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764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Picture 20">
            <a:extLst>
              <a:ext uri="{FF2B5EF4-FFF2-40B4-BE49-F238E27FC236}">
                <a16:creationId xmlns:a16="http://schemas.microsoft.com/office/drawing/2014/main" id="{88ABB4B5-8C82-DA41-B108-18B873CA3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342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Picture 22">
            <a:extLst>
              <a:ext uri="{FF2B5EF4-FFF2-40B4-BE49-F238E27FC236}">
                <a16:creationId xmlns:a16="http://schemas.microsoft.com/office/drawing/2014/main" id="{D13DF891-DF6F-B08B-BA9C-F0BB22AD1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053" y="2450639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6" name="Gruppo 285">
            <a:extLst>
              <a:ext uri="{FF2B5EF4-FFF2-40B4-BE49-F238E27FC236}">
                <a16:creationId xmlns:a16="http://schemas.microsoft.com/office/drawing/2014/main" id="{30BA530B-3D37-F32B-C32E-BAA22649D0B3}"/>
              </a:ext>
            </a:extLst>
          </p:cNvPr>
          <p:cNvGrpSpPr/>
          <p:nvPr/>
        </p:nvGrpSpPr>
        <p:grpSpPr>
          <a:xfrm>
            <a:off x="2965645" y="2185935"/>
            <a:ext cx="1460066" cy="222843"/>
            <a:chOff x="3923267" y="734293"/>
            <a:chExt cx="1460066" cy="222843"/>
          </a:xfrm>
        </p:grpSpPr>
        <p:sp>
          <p:nvSpPr>
            <p:cNvPr id="287" name="Rettangolo con due angoli in diagonale arrotondati 286">
              <a:extLst>
                <a:ext uri="{FF2B5EF4-FFF2-40B4-BE49-F238E27FC236}">
                  <a16:creationId xmlns:a16="http://schemas.microsoft.com/office/drawing/2014/main" id="{B7C755F1-CEB8-9A08-1712-BAB56DF41836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88" name="CasellaDiTesto 287">
              <a:extLst>
                <a:ext uri="{FF2B5EF4-FFF2-40B4-BE49-F238E27FC236}">
                  <a16:creationId xmlns:a16="http://schemas.microsoft.com/office/drawing/2014/main" id="{39D7A853-4561-12B6-6106-47A0F98A4043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RCB3 184 Cm</a:t>
              </a:r>
            </a:p>
          </p:txBody>
        </p:sp>
        <p:grpSp>
          <p:nvGrpSpPr>
            <p:cNvPr id="289" name="Gruppo 288">
              <a:extLst>
                <a:ext uri="{FF2B5EF4-FFF2-40B4-BE49-F238E27FC236}">
                  <a16:creationId xmlns:a16="http://schemas.microsoft.com/office/drawing/2014/main" id="{3993F4EA-C3D1-153E-B9FA-56535B265A6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93" name="Ovale 292">
                <a:extLst>
                  <a:ext uri="{FF2B5EF4-FFF2-40B4-BE49-F238E27FC236}">
                    <a16:creationId xmlns:a16="http://schemas.microsoft.com/office/drawing/2014/main" id="{95E3681C-8223-D205-DB78-6B7F9D07851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4" name="CasellaDiTesto 293">
                <a:extLst>
                  <a:ext uri="{FF2B5EF4-FFF2-40B4-BE49-F238E27FC236}">
                    <a16:creationId xmlns:a16="http://schemas.microsoft.com/office/drawing/2014/main" id="{7804F1C6-AB19-D08D-11E5-96D0D1E28E1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6</a:t>
                </a:r>
              </a:p>
            </p:txBody>
          </p:sp>
        </p:grpSp>
        <p:grpSp>
          <p:nvGrpSpPr>
            <p:cNvPr id="290" name="Gruppo 289">
              <a:extLst>
                <a:ext uri="{FF2B5EF4-FFF2-40B4-BE49-F238E27FC236}">
                  <a16:creationId xmlns:a16="http://schemas.microsoft.com/office/drawing/2014/main" id="{561E0C0D-08E6-CC4E-0017-25FF065A024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91" name="Ovale 290">
                <a:extLst>
                  <a:ext uri="{FF2B5EF4-FFF2-40B4-BE49-F238E27FC236}">
                    <a16:creationId xmlns:a16="http://schemas.microsoft.com/office/drawing/2014/main" id="{B71AEA56-BC9A-0DFD-D74C-71EFB1EF6D6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2" name="CasellaDiTesto 291">
                <a:extLst>
                  <a:ext uri="{FF2B5EF4-FFF2-40B4-BE49-F238E27FC236}">
                    <a16:creationId xmlns:a16="http://schemas.microsoft.com/office/drawing/2014/main" id="{E52AC1C2-312E-CBB9-93EC-3639A6735FA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04" name="Gruppo 303">
            <a:extLst>
              <a:ext uri="{FF2B5EF4-FFF2-40B4-BE49-F238E27FC236}">
                <a16:creationId xmlns:a16="http://schemas.microsoft.com/office/drawing/2014/main" id="{F33C3221-8B03-5DC4-CAFF-536DD09BDE22}"/>
              </a:ext>
            </a:extLst>
          </p:cNvPr>
          <p:cNvGrpSpPr/>
          <p:nvPr/>
        </p:nvGrpSpPr>
        <p:grpSpPr>
          <a:xfrm>
            <a:off x="4720580" y="2176603"/>
            <a:ext cx="1460066" cy="222843"/>
            <a:chOff x="3923267" y="734293"/>
            <a:chExt cx="1460066" cy="222843"/>
          </a:xfrm>
        </p:grpSpPr>
        <p:sp>
          <p:nvSpPr>
            <p:cNvPr id="305" name="Rettangolo con due angoli in diagonale arrotondati 304">
              <a:extLst>
                <a:ext uri="{FF2B5EF4-FFF2-40B4-BE49-F238E27FC236}">
                  <a16:creationId xmlns:a16="http://schemas.microsoft.com/office/drawing/2014/main" id="{7D91FE9B-6452-0FCB-7C8D-8900C63364A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06" name="CasellaDiTesto 305">
              <a:extLst>
                <a:ext uri="{FF2B5EF4-FFF2-40B4-BE49-F238E27FC236}">
                  <a16:creationId xmlns:a16="http://schemas.microsoft.com/office/drawing/2014/main" id="{AE3EEA33-28F0-69CA-2B55-534283D51C1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LCB3 194 Cm</a:t>
              </a:r>
            </a:p>
          </p:txBody>
        </p:sp>
        <p:grpSp>
          <p:nvGrpSpPr>
            <p:cNvPr id="307" name="Gruppo 306">
              <a:extLst>
                <a:ext uri="{FF2B5EF4-FFF2-40B4-BE49-F238E27FC236}">
                  <a16:creationId xmlns:a16="http://schemas.microsoft.com/office/drawing/2014/main" id="{E86169C6-2177-5528-0EC5-070E1AEC4E4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11" name="Ovale 310">
                <a:extLst>
                  <a:ext uri="{FF2B5EF4-FFF2-40B4-BE49-F238E27FC236}">
                    <a16:creationId xmlns:a16="http://schemas.microsoft.com/office/drawing/2014/main" id="{50A05847-FC2A-395B-F4DC-50D239A05A3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2" name="CasellaDiTesto 311">
                <a:extLst>
                  <a:ext uri="{FF2B5EF4-FFF2-40B4-BE49-F238E27FC236}">
                    <a16:creationId xmlns:a16="http://schemas.microsoft.com/office/drawing/2014/main" id="{7D30A447-440B-1FB5-8A32-5CD180AF5C1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12</a:t>
                </a:r>
              </a:p>
            </p:txBody>
          </p:sp>
        </p:grpSp>
        <p:grpSp>
          <p:nvGrpSpPr>
            <p:cNvPr id="308" name="Gruppo 307">
              <a:extLst>
                <a:ext uri="{FF2B5EF4-FFF2-40B4-BE49-F238E27FC236}">
                  <a16:creationId xmlns:a16="http://schemas.microsoft.com/office/drawing/2014/main" id="{1592702F-8FB0-ACC7-BACE-C74AD236697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09" name="Ovale 308">
                <a:extLst>
                  <a:ext uri="{FF2B5EF4-FFF2-40B4-BE49-F238E27FC236}">
                    <a16:creationId xmlns:a16="http://schemas.microsoft.com/office/drawing/2014/main" id="{BD6AA3C2-4F2C-5156-6DF6-6C8F768F6B7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0" name="CasellaDiTesto 309">
                <a:extLst>
                  <a:ext uri="{FF2B5EF4-FFF2-40B4-BE49-F238E27FC236}">
                    <a16:creationId xmlns:a16="http://schemas.microsoft.com/office/drawing/2014/main" id="{CF449CE6-3C23-4508-5583-6F53435D0FB9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22" name="Gruppo 321">
            <a:extLst>
              <a:ext uri="{FF2B5EF4-FFF2-40B4-BE49-F238E27FC236}">
                <a16:creationId xmlns:a16="http://schemas.microsoft.com/office/drawing/2014/main" id="{17288282-D25C-3568-4504-C709F2267688}"/>
              </a:ext>
            </a:extLst>
          </p:cNvPr>
          <p:cNvGrpSpPr/>
          <p:nvPr/>
        </p:nvGrpSpPr>
        <p:grpSpPr>
          <a:xfrm>
            <a:off x="1262473" y="2198528"/>
            <a:ext cx="1460066" cy="222843"/>
            <a:chOff x="3923267" y="734293"/>
            <a:chExt cx="1460066" cy="222843"/>
          </a:xfrm>
        </p:grpSpPr>
        <p:sp>
          <p:nvSpPr>
            <p:cNvPr id="323" name="Rettangolo con due angoli in diagonale arrotondati 322">
              <a:extLst>
                <a:ext uri="{FF2B5EF4-FFF2-40B4-BE49-F238E27FC236}">
                  <a16:creationId xmlns:a16="http://schemas.microsoft.com/office/drawing/2014/main" id="{FA0C0FC8-4B9E-50AD-F221-FAE1D9ECDBA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24" name="CasellaDiTesto 323">
              <a:extLst>
                <a:ext uri="{FF2B5EF4-FFF2-40B4-BE49-F238E27FC236}">
                  <a16:creationId xmlns:a16="http://schemas.microsoft.com/office/drawing/2014/main" id="{97469523-D1A4-FFBF-CA64-48AEF9C0BFE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RFB3 185 Cm</a:t>
              </a:r>
            </a:p>
          </p:txBody>
        </p:sp>
        <p:grpSp>
          <p:nvGrpSpPr>
            <p:cNvPr id="325" name="Gruppo 324">
              <a:extLst>
                <a:ext uri="{FF2B5EF4-FFF2-40B4-BE49-F238E27FC236}">
                  <a16:creationId xmlns:a16="http://schemas.microsoft.com/office/drawing/2014/main" id="{11ABB7AE-EF0C-2C02-02BB-6483961704C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29" name="Ovale 328">
                <a:extLst>
                  <a:ext uri="{FF2B5EF4-FFF2-40B4-BE49-F238E27FC236}">
                    <a16:creationId xmlns:a16="http://schemas.microsoft.com/office/drawing/2014/main" id="{07F6F71A-0583-9EB1-19DC-FF5D962F05D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0" name="CasellaDiTesto 329">
                <a:extLst>
                  <a:ext uri="{FF2B5EF4-FFF2-40B4-BE49-F238E27FC236}">
                    <a16:creationId xmlns:a16="http://schemas.microsoft.com/office/drawing/2014/main" id="{48AD7968-A811-34B1-3D68-7215CB9D928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15</a:t>
                </a:r>
              </a:p>
            </p:txBody>
          </p:sp>
        </p:grpSp>
        <p:grpSp>
          <p:nvGrpSpPr>
            <p:cNvPr id="326" name="Gruppo 325">
              <a:extLst>
                <a:ext uri="{FF2B5EF4-FFF2-40B4-BE49-F238E27FC236}">
                  <a16:creationId xmlns:a16="http://schemas.microsoft.com/office/drawing/2014/main" id="{914F7251-EC6F-1D2C-DCB0-419610D2619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27" name="Ovale 326">
                <a:extLst>
                  <a:ext uri="{FF2B5EF4-FFF2-40B4-BE49-F238E27FC236}">
                    <a16:creationId xmlns:a16="http://schemas.microsoft.com/office/drawing/2014/main" id="{EA7CC603-2CF9-643D-5D27-B4EB652FD26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28" name="CasellaDiTesto 327">
                <a:extLst>
                  <a:ext uri="{FF2B5EF4-FFF2-40B4-BE49-F238E27FC236}">
                    <a16:creationId xmlns:a16="http://schemas.microsoft.com/office/drawing/2014/main" id="{83AD7E4E-9CD6-0E0C-D8E0-0DB7971A117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31" name="Gruppo 330">
            <a:extLst>
              <a:ext uri="{FF2B5EF4-FFF2-40B4-BE49-F238E27FC236}">
                <a16:creationId xmlns:a16="http://schemas.microsoft.com/office/drawing/2014/main" id="{34F24F67-15D1-F52A-ADC4-0090B5FD0614}"/>
              </a:ext>
            </a:extLst>
          </p:cNvPr>
          <p:cNvGrpSpPr/>
          <p:nvPr/>
        </p:nvGrpSpPr>
        <p:grpSpPr>
          <a:xfrm>
            <a:off x="6481023" y="2179655"/>
            <a:ext cx="1460066" cy="222843"/>
            <a:chOff x="3923267" y="734293"/>
            <a:chExt cx="1460066" cy="222843"/>
          </a:xfrm>
        </p:grpSpPr>
        <p:sp>
          <p:nvSpPr>
            <p:cNvPr id="332" name="Rettangolo con due angoli in diagonale arrotondati 331">
              <a:extLst>
                <a:ext uri="{FF2B5EF4-FFF2-40B4-BE49-F238E27FC236}">
                  <a16:creationId xmlns:a16="http://schemas.microsoft.com/office/drawing/2014/main" id="{63138928-5766-D03E-F774-833BA9D1E72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3" name="CasellaDiTesto 332">
              <a:extLst>
                <a:ext uri="{FF2B5EF4-FFF2-40B4-BE49-F238E27FC236}">
                  <a16:creationId xmlns:a16="http://schemas.microsoft.com/office/drawing/2014/main" id="{F6E19DBA-13E5-80E2-BECA-FFD6F4B9D91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LFB3 185 Cm</a:t>
              </a:r>
            </a:p>
          </p:txBody>
        </p:sp>
        <p:grpSp>
          <p:nvGrpSpPr>
            <p:cNvPr id="334" name="Gruppo 333">
              <a:extLst>
                <a:ext uri="{FF2B5EF4-FFF2-40B4-BE49-F238E27FC236}">
                  <a16:creationId xmlns:a16="http://schemas.microsoft.com/office/drawing/2014/main" id="{72CF6965-A143-7F47-FEA1-1E8FBFC4E8D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38" name="Ovale 337">
                <a:extLst>
                  <a:ext uri="{FF2B5EF4-FFF2-40B4-BE49-F238E27FC236}">
                    <a16:creationId xmlns:a16="http://schemas.microsoft.com/office/drawing/2014/main" id="{BEE2A4F3-AB5E-3ED3-B849-3621C973290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9" name="CasellaDiTesto 338">
                <a:extLst>
                  <a:ext uri="{FF2B5EF4-FFF2-40B4-BE49-F238E27FC236}">
                    <a16:creationId xmlns:a16="http://schemas.microsoft.com/office/drawing/2014/main" id="{B7909006-551A-7DA5-FBD2-3FC20D49C64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18</a:t>
                </a:r>
              </a:p>
            </p:txBody>
          </p:sp>
        </p:grpSp>
        <p:grpSp>
          <p:nvGrpSpPr>
            <p:cNvPr id="335" name="Gruppo 334">
              <a:extLst>
                <a:ext uri="{FF2B5EF4-FFF2-40B4-BE49-F238E27FC236}">
                  <a16:creationId xmlns:a16="http://schemas.microsoft.com/office/drawing/2014/main" id="{B08F7B56-C02B-5CBA-89D9-DA681EC7967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36" name="Ovale 335">
                <a:extLst>
                  <a:ext uri="{FF2B5EF4-FFF2-40B4-BE49-F238E27FC236}">
                    <a16:creationId xmlns:a16="http://schemas.microsoft.com/office/drawing/2014/main" id="{44BD2ADD-B834-B986-9A16-0B5342F54D4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7" name="CasellaDiTesto 336">
                <a:extLst>
                  <a:ext uri="{FF2B5EF4-FFF2-40B4-BE49-F238E27FC236}">
                    <a16:creationId xmlns:a16="http://schemas.microsoft.com/office/drawing/2014/main" id="{A3F346F5-17ED-9EF0-0D1C-5F60CA74D65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40" name="Gruppo 339">
            <a:extLst>
              <a:ext uri="{FF2B5EF4-FFF2-40B4-BE49-F238E27FC236}">
                <a16:creationId xmlns:a16="http://schemas.microsoft.com/office/drawing/2014/main" id="{9FE1E26F-1169-A616-E543-32A1FCF40451}"/>
              </a:ext>
            </a:extLst>
          </p:cNvPr>
          <p:cNvGrpSpPr/>
          <p:nvPr/>
        </p:nvGrpSpPr>
        <p:grpSpPr>
          <a:xfrm>
            <a:off x="2988314" y="3576466"/>
            <a:ext cx="1460066" cy="222843"/>
            <a:chOff x="3923267" y="734293"/>
            <a:chExt cx="1460066" cy="222843"/>
          </a:xfrm>
        </p:grpSpPr>
        <p:sp>
          <p:nvSpPr>
            <p:cNvPr id="341" name="Rettangolo con due angoli in diagonale arrotondati 340">
              <a:extLst>
                <a:ext uri="{FF2B5EF4-FFF2-40B4-BE49-F238E27FC236}">
                  <a16:creationId xmlns:a16="http://schemas.microsoft.com/office/drawing/2014/main" id="{D867B1C4-2BD5-2414-893D-1635AAB4B1E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42" name="CasellaDiTesto 341">
              <a:extLst>
                <a:ext uri="{FF2B5EF4-FFF2-40B4-BE49-F238E27FC236}">
                  <a16:creationId xmlns:a16="http://schemas.microsoft.com/office/drawing/2014/main" id="{EFA3D00B-5446-BB92-C6B3-9705BC3CBA65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RCM4 185 Cm</a:t>
              </a:r>
            </a:p>
          </p:txBody>
        </p:sp>
        <p:grpSp>
          <p:nvGrpSpPr>
            <p:cNvPr id="343" name="Gruppo 342">
              <a:extLst>
                <a:ext uri="{FF2B5EF4-FFF2-40B4-BE49-F238E27FC236}">
                  <a16:creationId xmlns:a16="http://schemas.microsoft.com/office/drawing/2014/main" id="{FDC546E5-B62E-0F92-7CA7-8861BB79A4F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47" name="Ovale 346">
                <a:extLst>
                  <a:ext uri="{FF2B5EF4-FFF2-40B4-BE49-F238E27FC236}">
                    <a16:creationId xmlns:a16="http://schemas.microsoft.com/office/drawing/2014/main" id="{F033A362-2413-0A6E-9118-6600DAB40C2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8" name="CasellaDiTesto 347">
                <a:extLst>
                  <a:ext uri="{FF2B5EF4-FFF2-40B4-BE49-F238E27FC236}">
                    <a16:creationId xmlns:a16="http://schemas.microsoft.com/office/drawing/2014/main" id="{B98B37C7-9B1F-B641-804C-B8553B933E6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26</a:t>
                </a:r>
              </a:p>
            </p:txBody>
          </p:sp>
        </p:grpSp>
        <p:grpSp>
          <p:nvGrpSpPr>
            <p:cNvPr id="344" name="Gruppo 343">
              <a:extLst>
                <a:ext uri="{FF2B5EF4-FFF2-40B4-BE49-F238E27FC236}">
                  <a16:creationId xmlns:a16="http://schemas.microsoft.com/office/drawing/2014/main" id="{59606908-B14F-3580-3149-9FDD1A9A156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45" name="Ovale 344">
                <a:extLst>
                  <a:ext uri="{FF2B5EF4-FFF2-40B4-BE49-F238E27FC236}">
                    <a16:creationId xmlns:a16="http://schemas.microsoft.com/office/drawing/2014/main" id="{24B35391-54BB-2F19-84DE-EC83E80A353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6" name="CasellaDiTesto 345">
                <a:extLst>
                  <a:ext uri="{FF2B5EF4-FFF2-40B4-BE49-F238E27FC236}">
                    <a16:creationId xmlns:a16="http://schemas.microsoft.com/office/drawing/2014/main" id="{AD2DD73D-F5B5-DDD5-CC4C-EFF4DD0FFC7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49" name="Gruppo 348">
            <a:extLst>
              <a:ext uri="{FF2B5EF4-FFF2-40B4-BE49-F238E27FC236}">
                <a16:creationId xmlns:a16="http://schemas.microsoft.com/office/drawing/2014/main" id="{AB24B676-284C-CCDE-189F-35974440D53E}"/>
              </a:ext>
            </a:extLst>
          </p:cNvPr>
          <p:cNvGrpSpPr/>
          <p:nvPr/>
        </p:nvGrpSpPr>
        <p:grpSpPr>
          <a:xfrm>
            <a:off x="4713824" y="3576466"/>
            <a:ext cx="1460066" cy="222843"/>
            <a:chOff x="3923267" y="734293"/>
            <a:chExt cx="1460066" cy="222843"/>
          </a:xfrm>
        </p:grpSpPr>
        <p:sp>
          <p:nvSpPr>
            <p:cNvPr id="350" name="Rettangolo con due angoli in diagonale arrotondati 349">
              <a:extLst>
                <a:ext uri="{FF2B5EF4-FFF2-40B4-BE49-F238E27FC236}">
                  <a16:creationId xmlns:a16="http://schemas.microsoft.com/office/drawing/2014/main" id="{486771EB-8C56-810A-0D66-B03737423BE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51" name="CasellaDiTesto 350">
              <a:extLst>
                <a:ext uri="{FF2B5EF4-FFF2-40B4-BE49-F238E27FC236}">
                  <a16:creationId xmlns:a16="http://schemas.microsoft.com/office/drawing/2014/main" id="{0FFC5A91-6235-DD0B-7300-4544A714D2F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LCM4 186 Cm</a:t>
              </a:r>
            </a:p>
          </p:txBody>
        </p:sp>
        <p:grpSp>
          <p:nvGrpSpPr>
            <p:cNvPr id="352" name="Gruppo 351">
              <a:extLst>
                <a:ext uri="{FF2B5EF4-FFF2-40B4-BE49-F238E27FC236}">
                  <a16:creationId xmlns:a16="http://schemas.microsoft.com/office/drawing/2014/main" id="{70A31CE5-8056-E246-EE39-59607505367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56" name="Ovale 355">
                <a:extLst>
                  <a:ext uri="{FF2B5EF4-FFF2-40B4-BE49-F238E27FC236}">
                    <a16:creationId xmlns:a16="http://schemas.microsoft.com/office/drawing/2014/main" id="{3E561B95-C9E2-E30A-297E-FF660995FF0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7" name="CasellaDiTesto 356">
                <a:extLst>
                  <a:ext uri="{FF2B5EF4-FFF2-40B4-BE49-F238E27FC236}">
                    <a16:creationId xmlns:a16="http://schemas.microsoft.com/office/drawing/2014/main" id="{87C5259C-0CA5-0B81-03A5-75E556BD29A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30</a:t>
                </a:r>
              </a:p>
            </p:txBody>
          </p:sp>
        </p:grpSp>
        <p:grpSp>
          <p:nvGrpSpPr>
            <p:cNvPr id="353" name="Gruppo 352">
              <a:extLst>
                <a:ext uri="{FF2B5EF4-FFF2-40B4-BE49-F238E27FC236}">
                  <a16:creationId xmlns:a16="http://schemas.microsoft.com/office/drawing/2014/main" id="{F1E4CFA7-0F30-D07D-170F-EAE3DA3E465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54" name="Ovale 353">
                <a:extLst>
                  <a:ext uri="{FF2B5EF4-FFF2-40B4-BE49-F238E27FC236}">
                    <a16:creationId xmlns:a16="http://schemas.microsoft.com/office/drawing/2014/main" id="{20890555-365D-E449-F9D4-E05BCAFFC31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5" name="CasellaDiTesto 354">
                <a:extLst>
                  <a:ext uri="{FF2B5EF4-FFF2-40B4-BE49-F238E27FC236}">
                    <a16:creationId xmlns:a16="http://schemas.microsoft.com/office/drawing/2014/main" id="{F41C75E2-BD19-4060-58A1-55A0E2A8E1D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58" name="Gruppo 357">
            <a:extLst>
              <a:ext uri="{FF2B5EF4-FFF2-40B4-BE49-F238E27FC236}">
                <a16:creationId xmlns:a16="http://schemas.microsoft.com/office/drawing/2014/main" id="{FFFC292D-9EBF-CC7E-F821-CBE00BFF6A5A}"/>
              </a:ext>
            </a:extLst>
          </p:cNvPr>
          <p:cNvGrpSpPr/>
          <p:nvPr/>
        </p:nvGrpSpPr>
        <p:grpSpPr>
          <a:xfrm>
            <a:off x="6430619" y="3629172"/>
            <a:ext cx="1460066" cy="222843"/>
            <a:chOff x="3923267" y="734293"/>
            <a:chExt cx="1460066" cy="222843"/>
          </a:xfrm>
        </p:grpSpPr>
        <p:sp>
          <p:nvSpPr>
            <p:cNvPr id="359" name="Rettangolo con due angoli in diagonale arrotondati 358">
              <a:extLst>
                <a:ext uri="{FF2B5EF4-FFF2-40B4-BE49-F238E27FC236}">
                  <a16:creationId xmlns:a16="http://schemas.microsoft.com/office/drawing/2014/main" id="{E97F8894-222B-0BBF-C3A2-8FFB532D93C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60" name="CasellaDiTesto 359">
              <a:extLst>
                <a:ext uri="{FF2B5EF4-FFF2-40B4-BE49-F238E27FC236}">
                  <a16:creationId xmlns:a16="http://schemas.microsoft.com/office/drawing/2014/main" id="{C06D8BAB-43B6-0593-4F36-9FC0EB63DE8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LW3 184 Cm</a:t>
              </a:r>
            </a:p>
          </p:txBody>
        </p:sp>
        <p:grpSp>
          <p:nvGrpSpPr>
            <p:cNvPr id="361" name="Gruppo 360">
              <a:extLst>
                <a:ext uri="{FF2B5EF4-FFF2-40B4-BE49-F238E27FC236}">
                  <a16:creationId xmlns:a16="http://schemas.microsoft.com/office/drawing/2014/main" id="{F9BC99C9-3844-2733-C4FD-1CE9E37162F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65" name="Ovale 364">
                <a:extLst>
                  <a:ext uri="{FF2B5EF4-FFF2-40B4-BE49-F238E27FC236}">
                    <a16:creationId xmlns:a16="http://schemas.microsoft.com/office/drawing/2014/main" id="{058E24AD-D1D4-D62B-EC35-41F475A7A77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66" name="CasellaDiTesto 365">
                <a:extLst>
                  <a:ext uri="{FF2B5EF4-FFF2-40B4-BE49-F238E27FC236}">
                    <a16:creationId xmlns:a16="http://schemas.microsoft.com/office/drawing/2014/main" id="{E11D5E27-CB9D-DE54-42EC-920039C7EB5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362" name="Gruppo 361">
              <a:extLst>
                <a:ext uri="{FF2B5EF4-FFF2-40B4-BE49-F238E27FC236}">
                  <a16:creationId xmlns:a16="http://schemas.microsoft.com/office/drawing/2014/main" id="{FF9A7780-F025-738B-11BE-F0F4401BB67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3" name="Ovale 362">
                <a:extLst>
                  <a:ext uri="{FF2B5EF4-FFF2-40B4-BE49-F238E27FC236}">
                    <a16:creationId xmlns:a16="http://schemas.microsoft.com/office/drawing/2014/main" id="{AA30B12D-D3F5-8D58-7980-E3E2AED9CAD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64" name="CasellaDiTesto 363">
                <a:extLst>
                  <a:ext uri="{FF2B5EF4-FFF2-40B4-BE49-F238E27FC236}">
                    <a16:creationId xmlns:a16="http://schemas.microsoft.com/office/drawing/2014/main" id="{4CA43581-B810-C1DE-6385-D8125071A06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73" name="Picture 16">
            <a:extLst>
              <a:ext uri="{FF2B5EF4-FFF2-40B4-BE49-F238E27FC236}">
                <a16:creationId xmlns:a16="http://schemas.microsoft.com/office/drawing/2014/main" id="{DA5CE990-D679-9DA5-C1C1-A86CA1400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888" y="271803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7" name="Gruppo 366">
            <a:extLst>
              <a:ext uri="{FF2B5EF4-FFF2-40B4-BE49-F238E27FC236}">
                <a16:creationId xmlns:a16="http://schemas.microsoft.com/office/drawing/2014/main" id="{728BA4FD-2625-2A31-8972-6D025E3CAE53}"/>
              </a:ext>
            </a:extLst>
          </p:cNvPr>
          <p:cNvGrpSpPr/>
          <p:nvPr/>
        </p:nvGrpSpPr>
        <p:grpSpPr>
          <a:xfrm>
            <a:off x="1273431" y="3240160"/>
            <a:ext cx="1460066" cy="220379"/>
            <a:chOff x="3923267" y="734293"/>
            <a:chExt cx="1460066" cy="220379"/>
          </a:xfrm>
        </p:grpSpPr>
        <p:sp>
          <p:nvSpPr>
            <p:cNvPr id="368" name="Rettangolo con due angoli in diagonale arrotondati 367">
              <a:extLst>
                <a:ext uri="{FF2B5EF4-FFF2-40B4-BE49-F238E27FC236}">
                  <a16:creationId xmlns:a16="http://schemas.microsoft.com/office/drawing/2014/main" id="{F0912742-10A6-05F9-7133-E7376495932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69" name="CasellaDiTesto 368">
              <a:extLst>
                <a:ext uri="{FF2B5EF4-FFF2-40B4-BE49-F238E27FC236}">
                  <a16:creationId xmlns:a16="http://schemas.microsoft.com/office/drawing/2014/main" id="{CC345B50-2C30-993F-02E1-272B35EE38A7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RW1 185 Cm</a:t>
              </a:r>
            </a:p>
          </p:txBody>
        </p:sp>
        <p:grpSp>
          <p:nvGrpSpPr>
            <p:cNvPr id="370" name="Gruppo 369">
              <a:extLst>
                <a:ext uri="{FF2B5EF4-FFF2-40B4-BE49-F238E27FC236}">
                  <a16:creationId xmlns:a16="http://schemas.microsoft.com/office/drawing/2014/main" id="{F007654B-1E98-4606-2E9A-10B95AA911D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74" name="Ovale 373">
                <a:extLst>
                  <a:ext uri="{FF2B5EF4-FFF2-40B4-BE49-F238E27FC236}">
                    <a16:creationId xmlns:a16="http://schemas.microsoft.com/office/drawing/2014/main" id="{25F14543-F8CC-C982-C2DA-81E17FA42D6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75" name="CasellaDiTesto 374">
                <a:extLst>
                  <a:ext uri="{FF2B5EF4-FFF2-40B4-BE49-F238E27FC236}">
                    <a16:creationId xmlns:a16="http://schemas.microsoft.com/office/drawing/2014/main" id="{F529E8DB-A80D-3D13-1B23-6A4157694D4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371" name="Gruppo 370">
              <a:extLst>
                <a:ext uri="{FF2B5EF4-FFF2-40B4-BE49-F238E27FC236}">
                  <a16:creationId xmlns:a16="http://schemas.microsoft.com/office/drawing/2014/main" id="{F66AD44E-A820-4C42-A7FB-7F06D8FED4E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72" name="Ovale 371">
                <a:extLst>
                  <a:ext uri="{FF2B5EF4-FFF2-40B4-BE49-F238E27FC236}">
                    <a16:creationId xmlns:a16="http://schemas.microsoft.com/office/drawing/2014/main" id="{3278D929-9A24-5A82-FC4C-BEFF6CF1D58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73" name="CasellaDiTesto 372">
                <a:extLst>
                  <a:ext uri="{FF2B5EF4-FFF2-40B4-BE49-F238E27FC236}">
                    <a16:creationId xmlns:a16="http://schemas.microsoft.com/office/drawing/2014/main" id="{BE878C13-CDC2-6018-1FEF-D2A6C25D596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76" name="Gruppo 375">
            <a:extLst>
              <a:ext uri="{FF2B5EF4-FFF2-40B4-BE49-F238E27FC236}">
                <a16:creationId xmlns:a16="http://schemas.microsoft.com/office/drawing/2014/main" id="{C9A9D39D-FE3B-3843-DF2B-3D4E59BC6DBE}"/>
              </a:ext>
            </a:extLst>
          </p:cNvPr>
          <p:cNvGrpSpPr/>
          <p:nvPr/>
        </p:nvGrpSpPr>
        <p:grpSpPr>
          <a:xfrm>
            <a:off x="1273431" y="3433434"/>
            <a:ext cx="1460066" cy="222843"/>
            <a:chOff x="3923267" y="734293"/>
            <a:chExt cx="1460066" cy="222843"/>
          </a:xfrm>
        </p:grpSpPr>
        <p:sp>
          <p:nvSpPr>
            <p:cNvPr id="377" name="Rettangolo con due angoli in diagonale arrotondati 376">
              <a:extLst>
                <a:ext uri="{FF2B5EF4-FFF2-40B4-BE49-F238E27FC236}">
                  <a16:creationId xmlns:a16="http://schemas.microsoft.com/office/drawing/2014/main" id="{6B82CD88-1A56-7402-A8D3-B19CD5674BD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78" name="CasellaDiTesto 377">
              <a:extLst>
                <a:ext uri="{FF2B5EF4-FFF2-40B4-BE49-F238E27FC236}">
                  <a16:creationId xmlns:a16="http://schemas.microsoft.com/office/drawing/2014/main" id="{E32D03FA-95DF-1CA9-4234-B27242F82C3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RW2 184 Cm</a:t>
              </a:r>
            </a:p>
          </p:txBody>
        </p:sp>
        <p:grpSp>
          <p:nvGrpSpPr>
            <p:cNvPr id="379" name="Gruppo 378">
              <a:extLst>
                <a:ext uri="{FF2B5EF4-FFF2-40B4-BE49-F238E27FC236}">
                  <a16:creationId xmlns:a16="http://schemas.microsoft.com/office/drawing/2014/main" id="{8D17DB8D-0E05-E639-3F2D-D1C61E70CD5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3" name="Ovale 382">
                <a:extLst>
                  <a:ext uri="{FF2B5EF4-FFF2-40B4-BE49-F238E27FC236}">
                    <a16:creationId xmlns:a16="http://schemas.microsoft.com/office/drawing/2014/main" id="{02171023-F071-335B-2EBA-FC5B9D28AFB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84" name="CasellaDiTesto 383">
                <a:extLst>
                  <a:ext uri="{FF2B5EF4-FFF2-40B4-BE49-F238E27FC236}">
                    <a16:creationId xmlns:a16="http://schemas.microsoft.com/office/drawing/2014/main" id="{54272B60-EE5F-B126-52B7-B46BF672C94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380" name="Gruppo 379">
              <a:extLst>
                <a:ext uri="{FF2B5EF4-FFF2-40B4-BE49-F238E27FC236}">
                  <a16:creationId xmlns:a16="http://schemas.microsoft.com/office/drawing/2014/main" id="{BADD664F-D409-5B39-104C-3DF66C656CA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81" name="Ovale 380">
                <a:extLst>
                  <a:ext uri="{FF2B5EF4-FFF2-40B4-BE49-F238E27FC236}">
                    <a16:creationId xmlns:a16="http://schemas.microsoft.com/office/drawing/2014/main" id="{4C476E45-6913-9CDF-8686-3C2F526D241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82" name="CasellaDiTesto 381">
                <a:extLst>
                  <a:ext uri="{FF2B5EF4-FFF2-40B4-BE49-F238E27FC236}">
                    <a16:creationId xmlns:a16="http://schemas.microsoft.com/office/drawing/2014/main" id="{D190F574-732B-80D8-38B8-D07861E0441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85" name="Gruppo 384">
            <a:extLst>
              <a:ext uri="{FF2B5EF4-FFF2-40B4-BE49-F238E27FC236}">
                <a16:creationId xmlns:a16="http://schemas.microsoft.com/office/drawing/2014/main" id="{E5D57BD2-2748-026A-8B0E-257EC6823745}"/>
              </a:ext>
            </a:extLst>
          </p:cNvPr>
          <p:cNvGrpSpPr/>
          <p:nvPr/>
        </p:nvGrpSpPr>
        <p:grpSpPr>
          <a:xfrm>
            <a:off x="1273431" y="3629172"/>
            <a:ext cx="1460066" cy="222843"/>
            <a:chOff x="3923267" y="734293"/>
            <a:chExt cx="1460066" cy="222843"/>
          </a:xfrm>
        </p:grpSpPr>
        <p:sp>
          <p:nvSpPr>
            <p:cNvPr id="386" name="Rettangolo con due angoli in diagonale arrotondati 385">
              <a:extLst>
                <a:ext uri="{FF2B5EF4-FFF2-40B4-BE49-F238E27FC236}">
                  <a16:creationId xmlns:a16="http://schemas.microsoft.com/office/drawing/2014/main" id="{DF4A8B04-D344-FA1E-B670-C650FDB1066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87" name="CasellaDiTesto 386">
              <a:extLst>
                <a:ext uri="{FF2B5EF4-FFF2-40B4-BE49-F238E27FC236}">
                  <a16:creationId xmlns:a16="http://schemas.microsoft.com/office/drawing/2014/main" id="{2EC315BE-E8C5-719E-E238-0075310B203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RW3 184 Cm</a:t>
              </a:r>
            </a:p>
          </p:txBody>
        </p:sp>
        <p:grpSp>
          <p:nvGrpSpPr>
            <p:cNvPr id="388" name="Gruppo 387">
              <a:extLst>
                <a:ext uri="{FF2B5EF4-FFF2-40B4-BE49-F238E27FC236}">
                  <a16:creationId xmlns:a16="http://schemas.microsoft.com/office/drawing/2014/main" id="{14430A58-F78E-435B-7BE2-822995BB597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92" name="Ovale 391">
                <a:extLst>
                  <a:ext uri="{FF2B5EF4-FFF2-40B4-BE49-F238E27FC236}">
                    <a16:creationId xmlns:a16="http://schemas.microsoft.com/office/drawing/2014/main" id="{00784D71-B939-8B4C-7AD7-B1896E10CC9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93" name="CasellaDiTesto 392">
                <a:extLst>
                  <a:ext uri="{FF2B5EF4-FFF2-40B4-BE49-F238E27FC236}">
                    <a16:creationId xmlns:a16="http://schemas.microsoft.com/office/drawing/2014/main" id="{DA9F1885-8ED4-F78E-CCE3-3AAF820A779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389" name="Gruppo 388">
              <a:extLst>
                <a:ext uri="{FF2B5EF4-FFF2-40B4-BE49-F238E27FC236}">
                  <a16:creationId xmlns:a16="http://schemas.microsoft.com/office/drawing/2014/main" id="{1105BE7A-F8CA-0ECE-E0E7-3C35DFB11EB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90" name="Ovale 389">
                <a:extLst>
                  <a:ext uri="{FF2B5EF4-FFF2-40B4-BE49-F238E27FC236}">
                    <a16:creationId xmlns:a16="http://schemas.microsoft.com/office/drawing/2014/main" id="{49FFA7DB-6502-6B86-E0E5-27AA7C96CC9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91" name="CasellaDiTesto 390">
                <a:extLst>
                  <a:ext uri="{FF2B5EF4-FFF2-40B4-BE49-F238E27FC236}">
                    <a16:creationId xmlns:a16="http://schemas.microsoft.com/office/drawing/2014/main" id="{EAB501B5-A040-FA61-0A0C-78F7137B7DA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394" name="Picture 16">
            <a:extLst>
              <a:ext uri="{FF2B5EF4-FFF2-40B4-BE49-F238E27FC236}">
                <a16:creationId xmlns:a16="http://schemas.microsoft.com/office/drawing/2014/main" id="{989ED1F5-E330-5101-4903-6F2D3502B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700" y="271803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6" name="Gruppo 75">
            <a:extLst>
              <a:ext uri="{FF2B5EF4-FFF2-40B4-BE49-F238E27FC236}">
                <a16:creationId xmlns:a16="http://schemas.microsoft.com/office/drawing/2014/main" id="{860F3A49-0AD2-5BA9-2FEF-D9D4B5D6C0F4}"/>
              </a:ext>
            </a:extLst>
          </p:cNvPr>
          <p:cNvGrpSpPr/>
          <p:nvPr/>
        </p:nvGrpSpPr>
        <p:grpSpPr>
          <a:xfrm>
            <a:off x="2961674" y="4448114"/>
            <a:ext cx="1460066" cy="220379"/>
            <a:chOff x="3923267" y="734293"/>
            <a:chExt cx="1460066" cy="220379"/>
          </a:xfrm>
        </p:grpSpPr>
        <p:sp>
          <p:nvSpPr>
            <p:cNvPr id="77" name="Rettangolo con due angoli in diagonale arrotondati 76">
              <a:extLst>
                <a:ext uri="{FF2B5EF4-FFF2-40B4-BE49-F238E27FC236}">
                  <a16:creationId xmlns:a16="http://schemas.microsoft.com/office/drawing/2014/main" id="{D28436C7-757D-5308-8526-AADBE278F09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78" name="CasellaDiTesto 77">
              <a:extLst>
                <a:ext uri="{FF2B5EF4-FFF2-40B4-BE49-F238E27FC236}">
                  <a16:creationId xmlns:a16="http://schemas.microsoft.com/office/drawing/2014/main" id="{9A103D28-C831-476A-45DD-81672D92CCCA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ST1 186 Cm</a:t>
              </a:r>
            </a:p>
          </p:txBody>
        </p:sp>
        <p:grpSp>
          <p:nvGrpSpPr>
            <p:cNvPr id="79" name="Gruppo 78">
              <a:extLst>
                <a:ext uri="{FF2B5EF4-FFF2-40B4-BE49-F238E27FC236}">
                  <a16:creationId xmlns:a16="http://schemas.microsoft.com/office/drawing/2014/main" id="{F4E81375-1C9D-8960-ED2E-D4B83F016FB2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83" name="Ovale 82">
                <a:extLst>
                  <a:ext uri="{FF2B5EF4-FFF2-40B4-BE49-F238E27FC236}">
                    <a16:creationId xmlns:a16="http://schemas.microsoft.com/office/drawing/2014/main" id="{832EA632-107B-707D-0E87-1E224F16FA9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4" name="CasellaDiTesto 83">
                <a:extLst>
                  <a:ext uri="{FF2B5EF4-FFF2-40B4-BE49-F238E27FC236}">
                    <a16:creationId xmlns:a16="http://schemas.microsoft.com/office/drawing/2014/main" id="{F323B299-BF01-CA81-5CD9-1A41F793BC0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31</a:t>
                </a:r>
              </a:p>
            </p:txBody>
          </p:sp>
        </p:grpSp>
        <p:grpSp>
          <p:nvGrpSpPr>
            <p:cNvPr id="80" name="Gruppo 79">
              <a:extLst>
                <a:ext uri="{FF2B5EF4-FFF2-40B4-BE49-F238E27FC236}">
                  <a16:creationId xmlns:a16="http://schemas.microsoft.com/office/drawing/2014/main" id="{589ECC3A-75F3-1AAF-234D-E77D8FB1E66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81" name="Ovale 80">
                <a:extLst>
                  <a:ext uri="{FF2B5EF4-FFF2-40B4-BE49-F238E27FC236}">
                    <a16:creationId xmlns:a16="http://schemas.microsoft.com/office/drawing/2014/main" id="{F63B70E5-91E3-E3D3-DEA8-68C8AF40A31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B2B5C78C-F39E-7A53-5146-F70EF8DB4A0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78B06C0E-7CE6-3237-7BDE-823BB9AC9FAC}"/>
              </a:ext>
            </a:extLst>
          </p:cNvPr>
          <p:cNvGrpSpPr/>
          <p:nvPr/>
        </p:nvGrpSpPr>
        <p:grpSpPr>
          <a:xfrm>
            <a:off x="2961674" y="4644256"/>
            <a:ext cx="1460066" cy="222843"/>
            <a:chOff x="3923267" y="734293"/>
            <a:chExt cx="1460066" cy="222843"/>
          </a:xfrm>
        </p:grpSpPr>
        <p:sp>
          <p:nvSpPr>
            <p:cNvPr id="86" name="Rettangolo con due angoli in diagonale arrotondati 85">
              <a:extLst>
                <a:ext uri="{FF2B5EF4-FFF2-40B4-BE49-F238E27FC236}">
                  <a16:creationId xmlns:a16="http://schemas.microsoft.com/office/drawing/2014/main" id="{52DA3F16-7789-36BC-E27E-1C03CE61BCD9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87" name="CasellaDiTesto 86">
              <a:extLst>
                <a:ext uri="{FF2B5EF4-FFF2-40B4-BE49-F238E27FC236}">
                  <a16:creationId xmlns:a16="http://schemas.microsoft.com/office/drawing/2014/main" id="{2ED1312A-9AB1-A2FD-C2E7-E86D13692501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ST2 179 Cm</a:t>
              </a:r>
            </a:p>
          </p:txBody>
        </p:sp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E54FAB26-BF6B-0D09-AFFC-FAA007B487C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92" name="Ovale 91">
                <a:extLst>
                  <a:ext uri="{FF2B5EF4-FFF2-40B4-BE49-F238E27FC236}">
                    <a16:creationId xmlns:a16="http://schemas.microsoft.com/office/drawing/2014/main" id="{6C7CE4B4-2DD3-86A7-84FF-3455153FC8A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3" name="CasellaDiTesto 92">
                <a:extLst>
                  <a:ext uri="{FF2B5EF4-FFF2-40B4-BE49-F238E27FC236}">
                    <a16:creationId xmlns:a16="http://schemas.microsoft.com/office/drawing/2014/main" id="{EA7CA496-1E1B-F2D3-3E16-6D8D8654BCF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32</a:t>
                </a:r>
              </a:p>
            </p:txBody>
          </p:sp>
        </p:grpSp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655D1C8A-D360-304C-1E0D-DC69D9F2EE6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90" name="Ovale 89">
                <a:extLst>
                  <a:ext uri="{FF2B5EF4-FFF2-40B4-BE49-F238E27FC236}">
                    <a16:creationId xmlns:a16="http://schemas.microsoft.com/office/drawing/2014/main" id="{3C4F0BD2-A3B6-992C-93DC-70C07161E24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1" name="CasellaDiTesto 90">
                <a:extLst>
                  <a:ext uri="{FF2B5EF4-FFF2-40B4-BE49-F238E27FC236}">
                    <a16:creationId xmlns:a16="http://schemas.microsoft.com/office/drawing/2014/main" id="{74727CAE-EA87-FB17-5BB7-4146E7284E5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71" name="Gruppo 270">
            <a:extLst>
              <a:ext uri="{FF2B5EF4-FFF2-40B4-BE49-F238E27FC236}">
                <a16:creationId xmlns:a16="http://schemas.microsoft.com/office/drawing/2014/main" id="{723FEA54-1DE3-7510-F5CD-278100673F25}"/>
              </a:ext>
            </a:extLst>
          </p:cNvPr>
          <p:cNvGrpSpPr/>
          <p:nvPr/>
        </p:nvGrpSpPr>
        <p:grpSpPr>
          <a:xfrm>
            <a:off x="4724724" y="4446942"/>
            <a:ext cx="1460066" cy="220379"/>
            <a:chOff x="3923267" y="734293"/>
            <a:chExt cx="1460066" cy="220379"/>
          </a:xfrm>
        </p:grpSpPr>
        <p:sp>
          <p:nvSpPr>
            <p:cNvPr id="295" name="Rettangolo con due angoli in diagonale arrotondati 294">
              <a:extLst>
                <a:ext uri="{FF2B5EF4-FFF2-40B4-BE49-F238E27FC236}">
                  <a16:creationId xmlns:a16="http://schemas.microsoft.com/office/drawing/2014/main" id="{2927B8A5-CA72-8FFD-E9EB-37BE0A324F9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96" name="CasellaDiTesto 295">
              <a:extLst>
                <a:ext uri="{FF2B5EF4-FFF2-40B4-BE49-F238E27FC236}">
                  <a16:creationId xmlns:a16="http://schemas.microsoft.com/office/drawing/2014/main" id="{4DD3922A-4317-4692-64E7-F47C1DB5F072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ST1B 185 Cm</a:t>
              </a:r>
            </a:p>
          </p:txBody>
        </p:sp>
        <p:grpSp>
          <p:nvGrpSpPr>
            <p:cNvPr id="297" name="Gruppo 296">
              <a:extLst>
                <a:ext uri="{FF2B5EF4-FFF2-40B4-BE49-F238E27FC236}">
                  <a16:creationId xmlns:a16="http://schemas.microsoft.com/office/drawing/2014/main" id="{9E2A3947-F98B-CB0F-4327-4EE88B46499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01" name="Ovale 300">
                <a:extLst>
                  <a:ext uri="{FF2B5EF4-FFF2-40B4-BE49-F238E27FC236}">
                    <a16:creationId xmlns:a16="http://schemas.microsoft.com/office/drawing/2014/main" id="{36500CCF-0E4C-071B-981E-46BC924379A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2" name="CasellaDiTesto 301">
                <a:extLst>
                  <a:ext uri="{FF2B5EF4-FFF2-40B4-BE49-F238E27FC236}">
                    <a16:creationId xmlns:a16="http://schemas.microsoft.com/office/drawing/2014/main" id="{0EEC0982-EE77-5A70-98A4-41C4B92080D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298" name="Gruppo 297">
              <a:extLst>
                <a:ext uri="{FF2B5EF4-FFF2-40B4-BE49-F238E27FC236}">
                  <a16:creationId xmlns:a16="http://schemas.microsoft.com/office/drawing/2014/main" id="{A2880D2C-9A7C-F170-47BD-D7001935B7D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99" name="Ovale 298">
                <a:extLst>
                  <a:ext uri="{FF2B5EF4-FFF2-40B4-BE49-F238E27FC236}">
                    <a16:creationId xmlns:a16="http://schemas.microsoft.com/office/drawing/2014/main" id="{13AAFA4F-C8AA-8E7F-F174-52B3B895B10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0" name="CasellaDiTesto 299">
                <a:extLst>
                  <a:ext uri="{FF2B5EF4-FFF2-40B4-BE49-F238E27FC236}">
                    <a16:creationId xmlns:a16="http://schemas.microsoft.com/office/drawing/2014/main" id="{1B5CAEAD-1042-9A48-4DC3-DCF2C213BEA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03" name="Gruppo 302">
            <a:extLst>
              <a:ext uri="{FF2B5EF4-FFF2-40B4-BE49-F238E27FC236}">
                <a16:creationId xmlns:a16="http://schemas.microsoft.com/office/drawing/2014/main" id="{64409B0B-01A0-6996-D185-872772EB6582}"/>
              </a:ext>
            </a:extLst>
          </p:cNvPr>
          <p:cNvGrpSpPr/>
          <p:nvPr/>
        </p:nvGrpSpPr>
        <p:grpSpPr>
          <a:xfrm>
            <a:off x="4724724" y="4640216"/>
            <a:ext cx="1460066" cy="222843"/>
            <a:chOff x="3923267" y="734293"/>
            <a:chExt cx="1460066" cy="222843"/>
          </a:xfrm>
        </p:grpSpPr>
        <p:sp>
          <p:nvSpPr>
            <p:cNvPr id="395" name="Rettangolo con due angoli in diagonale arrotondati 394">
              <a:extLst>
                <a:ext uri="{FF2B5EF4-FFF2-40B4-BE49-F238E27FC236}">
                  <a16:creationId xmlns:a16="http://schemas.microsoft.com/office/drawing/2014/main" id="{E41037F0-2D88-769F-7489-89908694542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96" name="CasellaDiTesto 395">
              <a:extLst>
                <a:ext uri="{FF2B5EF4-FFF2-40B4-BE49-F238E27FC236}">
                  <a16:creationId xmlns:a16="http://schemas.microsoft.com/office/drawing/2014/main" id="{0F6E9463-38C2-2DAF-4747-C0EC02D4634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ST2B 184 Cm</a:t>
              </a:r>
            </a:p>
          </p:txBody>
        </p:sp>
        <p:grpSp>
          <p:nvGrpSpPr>
            <p:cNvPr id="397" name="Gruppo 396">
              <a:extLst>
                <a:ext uri="{FF2B5EF4-FFF2-40B4-BE49-F238E27FC236}">
                  <a16:creationId xmlns:a16="http://schemas.microsoft.com/office/drawing/2014/main" id="{826DE24B-D30A-E4FD-BD6E-95C692E2C43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01" name="Ovale 400">
                <a:extLst>
                  <a:ext uri="{FF2B5EF4-FFF2-40B4-BE49-F238E27FC236}">
                    <a16:creationId xmlns:a16="http://schemas.microsoft.com/office/drawing/2014/main" id="{7934F980-ABD6-C6C6-1BBA-54A9E2C546E1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2" name="CasellaDiTesto 401">
                <a:extLst>
                  <a:ext uri="{FF2B5EF4-FFF2-40B4-BE49-F238E27FC236}">
                    <a16:creationId xmlns:a16="http://schemas.microsoft.com/office/drawing/2014/main" id="{A86D389E-5BDE-2561-DD0A-6F1E74C3B05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398" name="Gruppo 397">
              <a:extLst>
                <a:ext uri="{FF2B5EF4-FFF2-40B4-BE49-F238E27FC236}">
                  <a16:creationId xmlns:a16="http://schemas.microsoft.com/office/drawing/2014/main" id="{718BC3B1-6DD8-495F-6E17-C5EB938BA91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99" name="Ovale 398">
                <a:extLst>
                  <a:ext uri="{FF2B5EF4-FFF2-40B4-BE49-F238E27FC236}">
                    <a16:creationId xmlns:a16="http://schemas.microsoft.com/office/drawing/2014/main" id="{2266F3A3-2B71-CA8F-9FD6-8B28BAE69DA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0" name="CasellaDiTesto 399">
                <a:extLst>
                  <a:ext uri="{FF2B5EF4-FFF2-40B4-BE49-F238E27FC236}">
                    <a16:creationId xmlns:a16="http://schemas.microsoft.com/office/drawing/2014/main" id="{B8F151CD-D21C-B546-5EF6-A2FD035462D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3" name="Gruppo 402">
            <a:extLst>
              <a:ext uri="{FF2B5EF4-FFF2-40B4-BE49-F238E27FC236}">
                <a16:creationId xmlns:a16="http://schemas.microsoft.com/office/drawing/2014/main" id="{947A2FD1-1811-59EA-68BE-47E7A46547B1}"/>
              </a:ext>
            </a:extLst>
          </p:cNvPr>
          <p:cNvGrpSpPr/>
          <p:nvPr/>
        </p:nvGrpSpPr>
        <p:grpSpPr>
          <a:xfrm>
            <a:off x="2961674" y="4842989"/>
            <a:ext cx="1460066" cy="222843"/>
            <a:chOff x="3923267" y="734293"/>
            <a:chExt cx="1460066" cy="222843"/>
          </a:xfrm>
        </p:grpSpPr>
        <p:sp>
          <p:nvSpPr>
            <p:cNvPr id="404" name="Rettangolo con due angoli in diagonale arrotondati 403">
              <a:extLst>
                <a:ext uri="{FF2B5EF4-FFF2-40B4-BE49-F238E27FC236}">
                  <a16:creationId xmlns:a16="http://schemas.microsoft.com/office/drawing/2014/main" id="{6E80FCDA-B811-BC8B-2544-FAD5F01D112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05" name="CasellaDiTesto 404">
              <a:extLst>
                <a:ext uri="{FF2B5EF4-FFF2-40B4-BE49-F238E27FC236}">
                  <a16:creationId xmlns:a16="http://schemas.microsoft.com/office/drawing/2014/main" id="{D42E6A16-4762-01B1-6341-495F9AF588B3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ST3 176 Cm</a:t>
              </a:r>
            </a:p>
          </p:txBody>
        </p:sp>
        <p:grpSp>
          <p:nvGrpSpPr>
            <p:cNvPr id="406" name="Gruppo 405">
              <a:extLst>
                <a:ext uri="{FF2B5EF4-FFF2-40B4-BE49-F238E27FC236}">
                  <a16:creationId xmlns:a16="http://schemas.microsoft.com/office/drawing/2014/main" id="{D758007E-9A73-1E5A-5CA0-DB56FFD8D2D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10" name="Ovale 409">
                <a:extLst>
                  <a:ext uri="{FF2B5EF4-FFF2-40B4-BE49-F238E27FC236}">
                    <a16:creationId xmlns:a16="http://schemas.microsoft.com/office/drawing/2014/main" id="{69ABE1CE-C5F9-C0D1-29C5-5C98FFFCC25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11" name="CasellaDiTesto 410">
                <a:extLst>
                  <a:ext uri="{FF2B5EF4-FFF2-40B4-BE49-F238E27FC236}">
                    <a16:creationId xmlns:a16="http://schemas.microsoft.com/office/drawing/2014/main" id="{C4160494-C5BC-DDB3-187B-FD51CE8726D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33</a:t>
                </a:r>
              </a:p>
            </p:txBody>
          </p:sp>
        </p:grpSp>
        <p:grpSp>
          <p:nvGrpSpPr>
            <p:cNvPr id="407" name="Gruppo 406">
              <a:extLst>
                <a:ext uri="{FF2B5EF4-FFF2-40B4-BE49-F238E27FC236}">
                  <a16:creationId xmlns:a16="http://schemas.microsoft.com/office/drawing/2014/main" id="{DFE9651D-B0A3-DADA-6C50-3F11FBAA33E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08" name="Ovale 407">
                <a:extLst>
                  <a:ext uri="{FF2B5EF4-FFF2-40B4-BE49-F238E27FC236}">
                    <a16:creationId xmlns:a16="http://schemas.microsoft.com/office/drawing/2014/main" id="{9F7B8A30-45C9-B2D6-5E22-7B7D4C2CDC6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9" name="CasellaDiTesto 408">
                <a:extLst>
                  <a:ext uri="{FF2B5EF4-FFF2-40B4-BE49-F238E27FC236}">
                    <a16:creationId xmlns:a16="http://schemas.microsoft.com/office/drawing/2014/main" id="{CF88467F-1345-6EE3-D96E-BBA824051D0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412" name="Picture 8">
            <a:extLst>
              <a:ext uri="{FF2B5EF4-FFF2-40B4-BE49-F238E27FC236}">
                <a16:creationId xmlns:a16="http://schemas.microsoft.com/office/drawing/2014/main" id="{814DF08A-CCAF-C88F-237C-C218DCE29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569" y="392481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3" name="Gruppo 412">
            <a:extLst>
              <a:ext uri="{FF2B5EF4-FFF2-40B4-BE49-F238E27FC236}">
                <a16:creationId xmlns:a16="http://schemas.microsoft.com/office/drawing/2014/main" id="{2FC65E02-5C66-126B-D620-C6C74D87BE6C}"/>
              </a:ext>
            </a:extLst>
          </p:cNvPr>
          <p:cNvGrpSpPr/>
          <p:nvPr/>
        </p:nvGrpSpPr>
        <p:grpSpPr>
          <a:xfrm>
            <a:off x="4724724" y="4835954"/>
            <a:ext cx="1460066" cy="222843"/>
            <a:chOff x="3923267" y="734293"/>
            <a:chExt cx="1460066" cy="222843"/>
          </a:xfrm>
        </p:grpSpPr>
        <p:sp>
          <p:nvSpPr>
            <p:cNvPr id="414" name="Rettangolo con due angoli in diagonale arrotondati 413">
              <a:extLst>
                <a:ext uri="{FF2B5EF4-FFF2-40B4-BE49-F238E27FC236}">
                  <a16:creationId xmlns:a16="http://schemas.microsoft.com/office/drawing/2014/main" id="{29BEAB97-2D1A-DE5A-E5A0-355A2801D2C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15" name="CasellaDiTesto 414">
              <a:extLst>
                <a:ext uri="{FF2B5EF4-FFF2-40B4-BE49-F238E27FC236}">
                  <a16:creationId xmlns:a16="http://schemas.microsoft.com/office/drawing/2014/main" id="{7707A8C7-625C-252D-45A5-5C7E916241D3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ST3B 184 Cm</a:t>
              </a:r>
            </a:p>
          </p:txBody>
        </p:sp>
        <p:grpSp>
          <p:nvGrpSpPr>
            <p:cNvPr id="416" name="Gruppo 415">
              <a:extLst>
                <a:ext uri="{FF2B5EF4-FFF2-40B4-BE49-F238E27FC236}">
                  <a16:creationId xmlns:a16="http://schemas.microsoft.com/office/drawing/2014/main" id="{D6DE993C-9A65-F1FD-CFCD-65F4C75EFD0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20" name="Ovale 419">
                <a:extLst>
                  <a:ext uri="{FF2B5EF4-FFF2-40B4-BE49-F238E27FC236}">
                    <a16:creationId xmlns:a16="http://schemas.microsoft.com/office/drawing/2014/main" id="{F7762C62-6BEE-73EA-4248-AA33DC65308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21" name="CasellaDiTesto 420">
                <a:extLst>
                  <a:ext uri="{FF2B5EF4-FFF2-40B4-BE49-F238E27FC236}">
                    <a16:creationId xmlns:a16="http://schemas.microsoft.com/office/drawing/2014/main" id="{CB1FE2E3-39AE-A19A-8727-C8F07DEC84D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417" name="Gruppo 416">
              <a:extLst>
                <a:ext uri="{FF2B5EF4-FFF2-40B4-BE49-F238E27FC236}">
                  <a16:creationId xmlns:a16="http://schemas.microsoft.com/office/drawing/2014/main" id="{43462949-D609-C5C9-9C1F-A94B79231CD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18" name="Ovale 417">
                <a:extLst>
                  <a:ext uri="{FF2B5EF4-FFF2-40B4-BE49-F238E27FC236}">
                    <a16:creationId xmlns:a16="http://schemas.microsoft.com/office/drawing/2014/main" id="{0B5D83FB-7497-3C21-F81D-6B217A431B3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19" name="CasellaDiTesto 418">
                <a:extLst>
                  <a:ext uri="{FF2B5EF4-FFF2-40B4-BE49-F238E27FC236}">
                    <a16:creationId xmlns:a16="http://schemas.microsoft.com/office/drawing/2014/main" id="{05AC92EC-1602-1BCD-ADA0-4EBEA280861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422" name="Picture 16">
            <a:extLst>
              <a:ext uri="{FF2B5EF4-FFF2-40B4-BE49-F238E27FC236}">
                <a16:creationId xmlns:a16="http://schemas.microsoft.com/office/drawing/2014/main" id="{DBBC0F37-80CA-6AD8-1BFC-694AC1B9D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993" y="392481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747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 contrast="-30000"/>
                    </a14:imgEffect>
                  </a14:imgLayer>
                </a14:imgProps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9DC8A4-5AB8-7642-4425-AF99FAED6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764EA648-D243-5C1A-F907-30EFCF05EBEA}"/>
              </a:ext>
            </a:extLst>
          </p:cNvPr>
          <p:cNvPicPr/>
          <p:nvPr/>
        </p:nvPicPr>
        <p:blipFill rotWithShape="1">
          <a:blip r:embed="rId4"/>
          <a:srcRect l="17580" t="6073" r="17094"/>
          <a:stretch/>
        </p:blipFill>
        <p:spPr>
          <a:xfrm>
            <a:off x="1142177" y="228762"/>
            <a:ext cx="6859646" cy="5553722"/>
          </a:xfrm>
          <a:prstGeom prst="rect">
            <a:avLst/>
          </a:prstGeom>
          <a:scene3d>
            <a:camera prst="orthographicFront">
              <a:rot lat="1800000" lon="0" rev="0"/>
            </a:camera>
            <a:lightRig rig="threePt" dir="t"/>
          </a:scene3d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79B8A8B6-5963-9B27-E6D4-03451F27366D}"/>
              </a:ext>
            </a:extLst>
          </p:cNvPr>
          <p:cNvGrpSpPr/>
          <p:nvPr/>
        </p:nvGrpSpPr>
        <p:grpSpPr>
          <a:xfrm>
            <a:off x="-2738812" y="-4103764"/>
            <a:ext cx="7637413" cy="7566226"/>
            <a:chOff x="-2664000" y="-4103764"/>
            <a:chExt cx="7637413" cy="7566226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C7059024-30F5-EFB9-5CB0-ADC340E8C94D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16" name="Striscia diagonale 15">
                <a:extLst>
                  <a:ext uri="{FF2B5EF4-FFF2-40B4-BE49-F238E27FC236}">
                    <a16:creationId xmlns:a16="http://schemas.microsoft.com/office/drawing/2014/main" id="{EA3A4F9C-BF78-80CF-D3E0-27F9FC2F065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Striscia diagonale 16">
                <a:extLst>
                  <a:ext uri="{FF2B5EF4-FFF2-40B4-BE49-F238E27FC236}">
                    <a16:creationId xmlns:a16="http://schemas.microsoft.com/office/drawing/2014/main" id="{D7894451-8C93-1E07-5BB3-27C50C69A0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Striscia diagonale 26">
                <a:extLst>
                  <a:ext uri="{FF2B5EF4-FFF2-40B4-BE49-F238E27FC236}">
                    <a16:creationId xmlns:a16="http://schemas.microsoft.com/office/drawing/2014/main" id="{AB4C4A14-8A76-85B5-500D-4A4BCDA3E9B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" name="Striscia diagonale 11">
              <a:extLst>
                <a:ext uri="{FF2B5EF4-FFF2-40B4-BE49-F238E27FC236}">
                  <a16:creationId xmlns:a16="http://schemas.microsoft.com/office/drawing/2014/main" id="{FD8B1462-1E38-E3D9-FDE1-4F61D4D2E73C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Striscia diagonale 12">
              <a:extLst>
                <a:ext uri="{FF2B5EF4-FFF2-40B4-BE49-F238E27FC236}">
                  <a16:creationId xmlns:a16="http://schemas.microsoft.com/office/drawing/2014/main" id="{F5A1C19B-5774-4F97-141C-1A11F3579EB9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triscia diagonale 14">
              <a:extLst>
                <a:ext uri="{FF2B5EF4-FFF2-40B4-BE49-F238E27FC236}">
                  <a16:creationId xmlns:a16="http://schemas.microsoft.com/office/drawing/2014/main" id="{09D3A6D2-B552-2CC6-55F3-553861213161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AB7AC1A1-A178-CCCF-B085-1E51A427F285}"/>
              </a:ext>
            </a:extLst>
          </p:cNvPr>
          <p:cNvGrpSpPr/>
          <p:nvPr/>
        </p:nvGrpSpPr>
        <p:grpSpPr>
          <a:xfrm>
            <a:off x="4497189" y="-694178"/>
            <a:ext cx="9659566" cy="9483472"/>
            <a:chOff x="-2664000" y="-4103764"/>
            <a:chExt cx="7637413" cy="7566226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F474460B-7EC1-57E4-343A-0CDB76AD9B36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22" name="Striscia diagonale 21">
                <a:extLst>
                  <a:ext uri="{FF2B5EF4-FFF2-40B4-BE49-F238E27FC236}">
                    <a16:creationId xmlns:a16="http://schemas.microsoft.com/office/drawing/2014/main" id="{FD8265D4-D305-EBE3-C507-F542C5B82F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Striscia diagonale 22">
                <a:extLst>
                  <a:ext uri="{FF2B5EF4-FFF2-40B4-BE49-F238E27FC236}">
                    <a16:creationId xmlns:a16="http://schemas.microsoft.com/office/drawing/2014/main" id="{F91612AD-9BC8-44A2-425A-7268C3A636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Striscia diagonale 23">
                <a:extLst>
                  <a:ext uri="{FF2B5EF4-FFF2-40B4-BE49-F238E27FC236}">
                    <a16:creationId xmlns:a16="http://schemas.microsoft.com/office/drawing/2014/main" id="{879B0209-1C6A-6426-59AF-44B53E7B1E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9" name="Striscia diagonale 18">
              <a:extLst>
                <a:ext uri="{FF2B5EF4-FFF2-40B4-BE49-F238E27FC236}">
                  <a16:creationId xmlns:a16="http://schemas.microsoft.com/office/drawing/2014/main" id="{98E993A8-38DB-245B-FC3A-125EB00CB5D0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Striscia diagonale 19">
              <a:extLst>
                <a:ext uri="{FF2B5EF4-FFF2-40B4-BE49-F238E27FC236}">
                  <a16:creationId xmlns:a16="http://schemas.microsoft.com/office/drawing/2014/main" id="{2AE1591A-DEF3-105E-F03E-2377CED6602D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Striscia diagonale 20">
              <a:extLst>
                <a:ext uri="{FF2B5EF4-FFF2-40B4-BE49-F238E27FC236}">
                  <a16:creationId xmlns:a16="http://schemas.microsoft.com/office/drawing/2014/main" id="{197FFDBA-B271-F504-E291-26292659DA08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28" name="Immagine 27">
            <a:extLst>
              <a:ext uri="{FF2B5EF4-FFF2-40B4-BE49-F238E27FC236}">
                <a16:creationId xmlns:a16="http://schemas.microsoft.com/office/drawing/2014/main" id="{029DE326-607D-D123-988D-65CE1198E6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61748" y="4253987"/>
            <a:ext cx="798318" cy="798318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4640FD63-FAC4-79F4-58FC-EDE67018F41C}"/>
              </a:ext>
            </a:extLst>
          </p:cNvPr>
          <p:cNvGrpSpPr/>
          <p:nvPr/>
        </p:nvGrpSpPr>
        <p:grpSpPr>
          <a:xfrm>
            <a:off x="423041" y="-34604"/>
            <a:ext cx="8297920" cy="703124"/>
            <a:chOff x="423041" y="-144605"/>
            <a:chExt cx="8297920" cy="703124"/>
          </a:xfrm>
        </p:grpSpPr>
        <p:sp>
          <p:nvSpPr>
            <p:cNvPr id="3" name="Parallelogramma 2">
              <a:extLst>
                <a:ext uri="{FF2B5EF4-FFF2-40B4-BE49-F238E27FC236}">
                  <a16:creationId xmlns:a16="http://schemas.microsoft.com/office/drawing/2014/main" id="{FD8800DF-B0A1-A455-2901-CA28B211551F}"/>
                </a:ext>
              </a:extLst>
            </p:cNvPr>
            <p:cNvSpPr/>
            <p:nvPr/>
          </p:nvSpPr>
          <p:spPr>
            <a:xfrm>
              <a:off x="2297564" y="-91129"/>
              <a:ext cx="6423397" cy="604391"/>
            </a:xfrm>
            <a:prstGeom prst="parallelogram">
              <a:avLst>
                <a:gd name="adj" fmla="val 102143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" name="Parallelogramma 3">
              <a:extLst>
                <a:ext uri="{FF2B5EF4-FFF2-40B4-BE49-F238E27FC236}">
                  <a16:creationId xmlns:a16="http://schemas.microsoft.com/office/drawing/2014/main" id="{80E03F71-D01A-37B6-AB34-33F4D4B7ACAF}"/>
                </a:ext>
              </a:extLst>
            </p:cNvPr>
            <p:cNvSpPr/>
            <p:nvPr/>
          </p:nvSpPr>
          <p:spPr>
            <a:xfrm flipH="1">
              <a:off x="423043" y="-107768"/>
              <a:ext cx="6403643" cy="601793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Parallelogramma 4">
              <a:extLst>
                <a:ext uri="{FF2B5EF4-FFF2-40B4-BE49-F238E27FC236}">
                  <a16:creationId xmlns:a16="http://schemas.microsoft.com/office/drawing/2014/main" id="{A741A3A8-1231-F69D-F53B-36EBF69977E4}"/>
                </a:ext>
              </a:extLst>
            </p:cNvPr>
            <p:cNvSpPr/>
            <p:nvPr/>
          </p:nvSpPr>
          <p:spPr>
            <a:xfrm flipH="1">
              <a:off x="584223" y="6834"/>
              <a:ext cx="7474832" cy="506696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Parallelogramma 5">
              <a:extLst>
                <a:ext uri="{FF2B5EF4-FFF2-40B4-BE49-F238E27FC236}">
                  <a16:creationId xmlns:a16="http://schemas.microsoft.com/office/drawing/2014/main" id="{749CCBF8-3AF6-9FCB-37CA-E47945D63D75}"/>
                </a:ext>
              </a:extLst>
            </p:cNvPr>
            <p:cNvSpPr/>
            <p:nvPr/>
          </p:nvSpPr>
          <p:spPr>
            <a:xfrm flipH="1">
              <a:off x="423041" y="-118621"/>
              <a:ext cx="5503491" cy="391484"/>
            </a:xfrm>
            <a:prstGeom prst="parallelogram">
              <a:avLst>
                <a:gd name="adj" fmla="val 112347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Parallelogramma 6">
              <a:extLst>
                <a:ext uri="{FF2B5EF4-FFF2-40B4-BE49-F238E27FC236}">
                  <a16:creationId xmlns:a16="http://schemas.microsoft.com/office/drawing/2014/main" id="{FB51B628-0293-BCF5-A608-5F8F6F298993}"/>
                </a:ext>
              </a:extLst>
            </p:cNvPr>
            <p:cNvSpPr/>
            <p:nvPr/>
          </p:nvSpPr>
          <p:spPr>
            <a:xfrm flipH="1">
              <a:off x="1285929" y="-116974"/>
              <a:ext cx="6098711" cy="391484"/>
            </a:xfrm>
            <a:prstGeom prst="parallelogram">
              <a:avLst>
                <a:gd name="adj" fmla="val 65633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4F235453-26D5-4C9D-6BA5-333F17C05E2F}"/>
                </a:ext>
              </a:extLst>
            </p:cNvPr>
            <p:cNvSpPr txBox="1"/>
            <p:nvPr/>
          </p:nvSpPr>
          <p:spPr>
            <a:xfrm>
              <a:off x="2216923" y="-144605"/>
              <a:ext cx="2921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bg1"/>
                  </a:solidFill>
                  <a:latin typeface="Avenir Next Condensed" panose="020B0506020202020204" pitchFamily="34" charset="0"/>
                </a:rPr>
                <a:t>SQUADRA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B2114B7B-97C1-2876-BE75-E7C9521740CD}"/>
                </a:ext>
              </a:extLst>
            </p:cNvPr>
            <p:cNvSpPr txBox="1"/>
            <p:nvPr/>
          </p:nvSpPr>
          <p:spPr>
            <a:xfrm>
              <a:off x="2216922" y="250742"/>
              <a:ext cx="2921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Avenir Next Condensed" panose="020B0506020202020204" pitchFamily="34" charset="0"/>
                </a:rPr>
                <a:t>SISTEMA DI GIOCO </a:t>
              </a:r>
              <a:r>
                <a:rPr lang="it-IT" sz="1400" b="1" dirty="0">
                  <a:latin typeface="Avenir Next Condensed Demi Bold" panose="020B0506020202020204" pitchFamily="34" charset="0"/>
                </a:rPr>
                <a:t>4-3-3</a:t>
              </a:r>
            </a:p>
          </p:txBody>
        </p:sp>
      </p:grpSp>
      <p:sp>
        <p:nvSpPr>
          <p:cNvPr id="25" name="Ovale 24">
            <a:extLst>
              <a:ext uri="{FF2B5EF4-FFF2-40B4-BE49-F238E27FC236}">
                <a16:creationId xmlns:a16="http://schemas.microsoft.com/office/drawing/2014/main" id="{E402919E-3ABF-D2DD-D64A-1E38A5D10B65}"/>
              </a:ext>
            </a:extLst>
          </p:cNvPr>
          <p:cNvSpPr/>
          <p:nvPr/>
        </p:nvSpPr>
        <p:spPr>
          <a:xfrm>
            <a:off x="1269960" y="7337"/>
            <a:ext cx="839613" cy="839613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574C8D28-E468-8B5F-61A3-93089350A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7638740" y="77480"/>
            <a:ext cx="363083" cy="46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6BED2221-E5B4-E01A-1F9B-7FACAF959D6B}"/>
              </a:ext>
            </a:extLst>
          </p:cNvPr>
          <p:cNvSpPr txBox="1"/>
          <p:nvPr/>
        </p:nvSpPr>
        <p:spPr>
          <a:xfrm>
            <a:off x="5344141" y="380345"/>
            <a:ext cx="204049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it-IT" sz="1200" dirty="0">
                <a:latin typeface="Avenir Next Condensed" panose="020B0506020202020204" pitchFamily="34" charset="0"/>
              </a:rPr>
              <a:t>COACH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Nome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Cognome</a:t>
            </a:r>
            <a:endParaRPr kumimoji="0" lang="it-IT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Condensed" panose="020B0506020202020204" pitchFamily="34" charset="0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44866758-42A5-6796-B4DE-FA4E7266A619}"/>
              </a:ext>
            </a:extLst>
          </p:cNvPr>
          <p:cNvGrpSpPr/>
          <p:nvPr/>
        </p:nvGrpSpPr>
        <p:grpSpPr>
          <a:xfrm>
            <a:off x="3841541" y="866949"/>
            <a:ext cx="1460066" cy="222843"/>
            <a:chOff x="3923267" y="734293"/>
            <a:chExt cx="1460066" cy="222843"/>
          </a:xfrm>
        </p:grpSpPr>
        <p:sp>
          <p:nvSpPr>
            <p:cNvPr id="32" name="Rettangolo con due angoli in diagonale arrotondati 31">
              <a:extLst>
                <a:ext uri="{FF2B5EF4-FFF2-40B4-BE49-F238E27FC236}">
                  <a16:creationId xmlns:a16="http://schemas.microsoft.com/office/drawing/2014/main" id="{9060661C-BA9E-7446-94F8-7C29DB95010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B400A529-3B41-DFC2-E543-872E6B5FC2D6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GK2</a:t>
              </a:r>
            </a:p>
          </p:txBody>
        </p:sp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683601EE-8ED8-6C6C-9C83-0C77C076874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" name="Ovale 37">
                <a:extLst>
                  <a:ext uri="{FF2B5EF4-FFF2-40B4-BE49-F238E27FC236}">
                    <a16:creationId xmlns:a16="http://schemas.microsoft.com/office/drawing/2014/main" id="{5BDAC742-AA14-4938-B816-638237B599F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3E9FF243-CD2E-1CC4-ED02-8C6789A999C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</a:t>
                </a:r>
              </a:p>
            </p:txBody>
          </p:sp>
        </p:grpSp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B0CC5659-854E-B545-207B-CDAF1A3FCA2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" name="Ovale 35">
                <a:extLst>
                  <a:ext uri="{FF2B5EF4-FFF2-40B4-BE49-F238E27FC236}">
                    <a16:creationId xmlns:a16="http://schemas.microsoft.com/office/drawing/2014/main" id="{864F1EFB-5C0C-5D42-AA5A-CE02F700BDC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9301F86A-8DF5-C38D-294E-C22E5331B48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0C322E5C-9E52-AA6A-F112-739B25F3E16A}"/>
              </a:ext>
            </a:extLst>
          </p:cNvPr>
          <p:cNvGrpSpPr/>
          <p:nvPr/>
        </p:nvGrpSpPr>
        <p:grpSpPr>
          <a:xfrm>
            <a:off x="4720580" y="1794324"/>
            <a:ext cx="1460066" cy="220379"/>
            <a:chOff x="3923267" y="734293"/>
            <a:chExt cx="1460066" cy="220379"/>
          </a:xfrm>
        </p:grpSpPr>
        <p:sp>
          <p:nvSpPr>
            <p:cNvPr id="41" name="Rettangolo con due angoli in diagonale arrotondati 40">
              <a:extLst>
                <a:ext uri="{FF2B5EF4-FFF2-40B4-BE49-F238E27FC236}">
                  <a16:creationId xmlns:a16="http://schemas.microsoft.com/office/drawing/2014/main" id="{99F582B3-0BF6-BF89-7AD7-71C12C8A70A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2" name="CasellaDiTesto 41">
              <a:extLst>
                <a:ext uri="{FF2B5EF4-FFF2-40B4-BE49-F238E27FC236}">
                  <a16:creationId xmlns:a16="http://schemas.microsoft.com/office/drawing/2014/main" id="{0F9120A3-47E9-4D5B-86F6-6AA658E7EBA3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LCB1 188 Cm</a:t>
              </a:r>
            </a:p>
          </p:txBody>
        </p: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E3982C92-272B-3D1A-16E3-B90C90F7A83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7" name="Ovale 46">
                <a:extLst>
                  <a:ext uri="{FF2B5EF4-FFF2-40B4-BE49-F238E27FC236}">
                    <a16:creationId xmlns:a16="http://schemas.microsoft.com/office/drawing/2014/main" id="{038AA26F-F55F-A406-4662-C9EF8C357D2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3B23FE8F-3D42-ABD3-FBAC-1688F6C3858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10</a:t>
                </a:r>
              </a:p>
            </p:txBody>
          </p:sp>
        </p:grpSp>
        <p:grpSp>
          <p:nvGrpSpPr>
            <p:cNvPr id="44" name="Gruppo 43">
              <a:extLst>
                <a:ext uri="{FF2B5EF4-FFF2-40B4-BE49-F238E27FC236}">
                  <a16:creationId xmlns:a16="http://schemas.microsoft.com/office/drawing/2014/main" id="{0C66009D-3228-9B8A-DE56-78462CC4CC2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5" name="Ovale 44">
                <a:extLst>
                  <a:ext uri="{FF2B5EF4-FFF2-40B4-BE49-F238E27FC236}">
                    <a16:creationId xmlns:a16="http://schemas.microsoft.com/office/drawing/2014/main" id="{2DE0A687-FCDD-8587-61A9-B3499B5E618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98E4C190-2284-21DD-0998-1AEEEABB5F3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AC057A68-6137-1E31-B637-16EF4CFD7FED}"/>
              </a:ext>
            </a:extLst>
          </p:cNvPr>
          <p:cNvGrpSpPr/>
          <p:nvPr/>
        </p:nvGrpSpPr>
        <p:grpSpPr>
          <a:xfrm>
            <a:off x="1262473" y="1793680"/>
            <a:ext cx="1460066" cy="220379"/>
            <a:chOff x="3923267" y="734293"/>
            <a:chExt cx="1460066" cy="220379"/>
          </a:xfrm>
        </p:grpSpPr>
        <p:sp>
          <p:nvSpPr>
            <p:cNvPr id="50" name="Rettangolo con due angoli in diagonale arrotondati 49">
              <a:extLst>
                <a:ext uri="{FF2B5EF4-FFF2-40B4-BE49-F238E27FC236}">
                  <a16:creationId xmlns:a16="http://schemas.microsoft.com/office/drawing/2014/main" id="{029C1870-592D-3955-99BA-ADA30E2B705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C0B520CF-1F51-4C8D-7CFC-386B790164B5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RFB1 178 Cm</a:t>
              </a:r>
            </a:p>
          </p:txBody>
        </p:sp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945C241A-3D13-D345-555B-269B9BF26E2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56" name="Ovale 55">
                <a:extLst>
                  <a:ext uri="{FF2B5EF4-FFF2-40B4-BE49-F238E27FC236}">
                    <a16:creationId xmlns:a16="http://schemas.microsoft.com/office/drawing/2014/main" id="{375E359D-399B-4048-83B6-A8828AA25739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B84C6FCD-E34C-9F15-F53D-27A541674EF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13</a:t>
                </a:r>
              </a:p>
            </p:txBody>
          </p:sp>
        </p:grpSp>
        <p:grpSp>
          <p:nvGrpSpPr>
            <p:cNvPr id="53" name="Gruppo 52">
              <a:extLst>
                <a:ext uri="{FF2B5EF4-FFF2-40B4-BE49-F238E27FC236}">
                  <a16:creationId xmlns:a16="http://schemas.microsoft.com/office/drawing/2014/main" id="{75B512FA-2658-24FC-0AEE-DF3C029E3CA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54" name="Ovale 53">
                <a:extLst>
                  <a:ext uri="{FF2B5EF4-FFF2-40B4-BE49-F238E27FC236}">
                    <a16:creationId xmlns:a16="http://schemas.microsoft.com/office/drawing/2014/main" id="{86D44263-0914-379A-7494-3462D38C0C1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4A53D242-1093-B07B-1A5E-F0F364B8285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</a:p>
            </p:txBody>
          </p:sp>
        </p:grpSp>
      </p:grp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E5BF8AEE-20CD-CC31-2838-090DE42A257E}"/>
              </a:ext>
            </a:extLst>
          </p:cNvPr>
          <p:cNvGrpSpPr/>
          <p:nvPr/>
        </p:nvGrpSpPr>
        <p:grpSpPr>
          <a:xfrm>
            <a:off x="2965645" y="1795334"/>
            <a:ext cx="1460066" cy="220379"/>
            <a:chOff x="3923267" y="734293"/>
            <a:chExt cx="1460066" cy="220379"/>
          </a:xfrm>
        </p:grpSpPr>
        <p:sp>
          <p:nvSpPr>
            <p:cNvPr id="59" name="Rettangolo con due angoli in diagonale arrotondati 58">
              <a:extLst>
                <a:ext uri="{FF2B5EF4-FFF2-40B4-BE49-F238E27FC236}">
                  <a16:creationId xmlns:a16="http://schemas.microsoft.com/office/drawing/2014/main" id="{335F5085-F498-0189-C4C6-BD1E348C66E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66ED7EF5-C420-E776-9F0A-11AA4C98ECAE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RCB1 184 Cm</a:t>
              </a:r>
            </a:p>
          </p:txBody>
        </p:sp>
        <p:grpSp>
          <p:nvGrpSpPr>
            <p:cNvPr id="61" name="Gruppo 60">
              <a:extLst>
                <a:ext uri="{FF2B5EF4-FFF2-40B4-BE49-F238E27FC236}">
                  <a16:creationId xmlns:a16="http://schemas.microsoft.com/office/drawing/2014/main" id="{B971309D-DCBC-17F6-650F-5C6B035BAB82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65" name="Ovale 64">
                <a:extLst>
                  <a:ext uri="{FF2B5EF4-FFF2-40B4-BE49-F238E27FC236}">
                    <a16:creationId xmlns:a16="http://schemas.microsoft.com/office/drawing/2014/main" id="{3DCADA8E-D1C9-94F4-577C-ECBBF28B030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6" name="CasellaDiTesto 65">
                <a:extLst>
                  <a:ext uri="{FF2B5EF4-FFF2-40B4-BE49-F238E27FC236}">
                    <a16:creationId xmlns:a16="http://schemas.microsoft.com/office/drawing/2014/main" id="{1C18AE4F-695D-7B0D-4F03-5A14997F50B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4</a:t>
                </a:r>
              </a:p>
            </p:txBody>
          </p:sp>
        </p:grpSp>
        <p:grpSp>
          <p:nvGrpSpPr>
            <p:cNvPr id="62" name="Gruppo 61">
              <a:extLst>
                <a:ext uri="{FF2B5EF4-FFF2-40B4-BE49-F238E27FC236}">
                  <a16:creationId xmlns:a16="http://schemas.microsoft.com/office/drawing/2014/main" id="{6D39AC61-C842-D759-B8D5-EA2A42C7F76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63" name="Ovale 62">
                <a:extLst>
                  <a:ext uri="{FF2B5EF4-FFF2-40B4-BE49-F238E27FC236}">
                    <a16:creationId xmlns:a16="http://schemas.microsoft.com/office/drawing/2014/main" id="{25470D10-4F31-1D1A-8737-106D454CD15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4" name="CasellaDiTesto 63">
                <a:extLst>
                  <a:ext uri="{FF2B5EF4-FFF2-40B4-BE49-F238E27FC236}">
                    <a16:creationId xmlns:a16="http://schemas.microsoft.com/office/drawing/2014/main" id="{8B92CC3D-D4AD-8326-45FD-A50DFDC08EF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248A4C19-9464-9084-CF72-F1407709D985}"/>
              </a:ext>
            </a:extLst>
          </p:cNvPr>
          <p:cNvGrpSpPr/>
          <p:nvPr/>
        </p:nvGrpSpPr>
        <p:grpSpPr>
          <a:xfrm>
            <a:off x="2965645" y="1989402"/>
            <a:ext cx="1460066" cy="222843"/>
            <a:chOff x="3923267" y="734293"/>
            <a:chExt cx="1460066" cy="222843"/>
          </a:xfrm>
        </p:grpSpPr>
        <p:sp>
          <p:nvSpPr>
            <p:cNvPr id="68" name="Rettangolo con due angoli in diagonale arrotondati 67">
              <a:extLst>
                <a:ext uri="{FF2B5EF4-FFF2-40B4-BE49-F238E27FC236}">
                  <a16:creationId xmlns:a16="http://schemas.microsoft.com/office/drawing/2014/main" id="{293ABE96-E266-4FAF-7C76-7988EC77210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9" name="CasellaDiTesto 68">
              <a:extLst>
                <a:ext uri="{FF2B5EF4-FFF2-40B4-BE49-F238E27FC236}">
                  <a16:creationId xmlns:a16="http://schemas.microsoft.com/office/drawing/2014/main" id="{EF4BE299-0928-3F3B-4579-58F480E8CCA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RCB2 184 Cm</a:t>
              </a:r>
            </a:p>
          </p:txBody>
        </p:sp>
        <p:grpSp>
          <p:nvGrpSpPr>
            <p:cNvPr id="70" name="Gruppo 69">
              <a:extLst>
                <a:ext uri="{FF2B5EF4-FFF2-40B4-BE49-F238E27FC236}">
                  <a16:creationId xmlns:a16="http://schemas.microsoft.com/office/drawing/2014/main" id="{75502103-153E-517E-964B-090B275034C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74" name="Ovale 73">
                <a:extLst>
                  <a:ext uri="{FF2B5EF4-FFF2-40B4-BE49-F238E27FC236}">
                    <a16:creationId xmlns:a16="http://schemas.microsoft.com/office/drawing/2014/main" id="{ABF43023-CD30-9E81-5A3E-65ACD547EEC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5" name="CasellaDiTesto 74">
                <a:extLst>
                  <a:ext uri="{FF2B5EF4-FFF2-40B4-BE49-F238E27FC236}">
                    <a16:creationId xmlns:a16="http://schemas.microsoft.com/office/drawing/2014/main" id="{C4530691-8113-A696-8FC2-514B45254D7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5</a:t>
                </a:r>
              </a:p>
            </p:txBody>
          </p:sp>
        </p:grpSp>
        <p:grpSp>
          <p:nvGrpSpPr>
            <p:cNvPr id="71" name="Gruppo 70">
              <a:extLst>
                <a:ext uri="{FF2B5EF4-FFF2-40B4-BE49-F238E27FC236}">
                  <a16:creationId xmlns:a16="http://schemas.microsoft.com/office/drawing/2014/main" id="{D4A7A82F-F047-8484-A468-D65BCD06A5D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72" name="Ovale 71">
                <a:extLst>
                  <a:ext uri="{FF2B5EF4-FFF2-40B4-BE49-F238E27FC236}">
                    <a16:creationId xmlns:a16="http://schemas.microsoft.com/office/drawing/2014/main" id="{7E1E4D70-7F72-0BE2-8FAB-65DD49C36A5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3" name="CasellaDiTesto 72">
                <a:extLst>
                  <a:ext uri="{FF2B5EF4-FFF2-40B4-BE49-F238E27FC236}">
                    <a16:creationId xmlns:a16="http://schemas.microsoft.com/office/drawing/2014/main" id="{ABFC0A8E-FFC8-AF81-C496-DDF18162C07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94" name="Gruppo 93">
            <a:extLst>
              <a:ext uri="{FF2B5EF4-FFF2-40B4-BE49-F238E27FC236}">
                <a16:creationId xmlns:a16="http://schemas.microsoft.com/office/drawing/2014/main" id="{972B0304-EE45-78CA-9FFA-E88B59B7969C}"/>
              </a:ext>
            </a:extLst>
          </p:cNvPr>
          <p:cNvGrpSpPr/>
          <p:nvPr/>
        </p:nvGrpSpPr>
        <p:grpSpPr>
          <a:xfrm>
            <a:off x="3884075" y="4448114"/>
            <a:ext cx="1460066" cy="220379"/>
            <a:chOff x="3923267" y="734293"/>
            <a:chExt cx="1460066" cy="220379"/>
          </a:xfrm>
        </p:grpSpPr>
        <p:sp>
          <p:nvSpPr>
            <p:cNvPr id="95" name="Rettangolo con due angoli in diagonale arrotondati 94">
              <a:extLst>
                <a:ext uri="{FF2B5EF4-FFF2-40B4-BE49-F238E27FC236}">
                  <a16:creationId xmlns:a16="http://schemas.microsoft.com/office/drawing/2014/main" id="{524DC0B0-F013-9BEF-382B-2135797BEA3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96" name="CasellaDiTesto 95">
              <a:extLst>
                <a:ext uri="{FF2B5EF4-FFF2-40B4-BE49-F238E27FC236}">
                  <a16:creationId xmlns:a16="http://schemas.microsoft.com/office/drawing/2014/main" id="{7D6E1CA9-9054-E3AE-24C7-DE5BF4C23AEB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ST1 186 Cm</a:t>
              </a:r>
            </a:p>
          </p:txBody>
        </p:sp>
        <p:grpSp>
          <p:nvGrpSpPr>
            <p:cNvPr id="97" name="Gruppo 96">
              <a:extLst>
                <a:ext uri="{FF2B5EF4-FFF2-40B4-BE49-F238E27FC236}">
                  <a16:creationId xmlns:a16="http://schemas.microsoft.com/office/drawing/2014/main" id="{6042B416-09F3-01BE-508E-C0687F597F8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01" name="Ovale 100">
                <a:extLst>
                  <a:ext uri="{FF2B5EF4-FFF2-40B4-BE49-F238E27FC236}">
                    <a16:creationId xmlns:a16="http://schemas.microsoft.com/office/drawing/2014/main" id="{D4ACF30D-B79E-3C44-FA5A-96652EB1634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02" name="CasellaDiTesto 101">
                <a:extLst>
                  <a:ext uri="{FF2B5EF4-FFF2-40B4-BE49-F238E27FC236}">
                    <a16:creationId xmlns:a16="http://schemas.microsoft.com/office/drawing/2014/main" id="{E20D0F55-4924-F715-ABE8-48A79087F32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31</a:t>
                </a:r>
              </a:p>
            </p:txBody>
          </p:sp>
        </p:grpSp>
        <p:grpSp>
          <p:nvGrpSpPr>
            <p:cNvPr id="98" name="Gruppo 97">
              <a:extLst>
                <a:ext uri="{FF2B5EF4-FFF2-40B4-BE49-F238E27FC236}">
                  <a16:creationId xmlns:a16="http://schemas.microsoft.com/office/drawing/2014/main" id="{8A15F73F-0F81-2917-6E4D-1182BC50B4CA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99" name="Ovale 98">
                <a:extLst>
                  <a:ext uri="{FF2B5EF4-FFF2-40B4-BE49-F238E27FC236}">
                    <a16:creationId xmlns:a16="http://schemas.microsoft.com/office/drawing/2014/main" id="{677A2A38-8996-74E8-1A72-86A323C6B94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00" name="CasellaDiTesto 99">
                <a:extLst>
                  <a:ext uri="{FF2B5EF4-FFF2-40B4-BE49-F238E27FC236}">
                    <a16:creationId xmlns:a16="http://schemas.microsoft.com/office/drawing/2014/main" id="{00ECFD71-099E-25DF-7102-7EF90F03E25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03" name="Gruppo 102">
            <a:extLst>
              <a:ext uri="{FF2B5EF4-FFF2-40B4-BE49-F238E27FC236}">
                <a16:creationId xmlns:a16="http://schemas.microsoft.com/office/drawing/2014/main" id="{1472541A-F582-680E-F32D-BE90F375117A}"/>
              </a:ext>
            </a:extLst>
          </p:cNvPr>
          <p:cNvGrpSpPr/>
          <p:nvPr/>
        </p:nvGrpSpPr>
        <p:grpSpPr>
          <a:xfrm>
            <a:off x="3884075" y="4644256"/>
            <a:ext cx="1460066" cy="222843"/>
            <a:chOff x="3923267" y="734293"/>
            <a:chExt cx="1460066" cy="222843"/>
          </a:xfrm>
        </p:grpSpPr>
        <p:sp>
          <p:nvSpPr>
            <p:cNvPr id="104" name="Rettangolo con due angoli in diagonale arrotondati 103">
              <a:extLst>
                <a:ext uri="{FF2B5EF4-FFF2-40B4-BE49-F238E27FC236}">
                  <a16:creationId xmlns:a16="http://schemas.microsoft.com/office/drawing/2014/main" id="{E4532904-D8CF-5BB3-CC81-0EB1033D532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05" name="CasellaDiTesto 104">
              <a:extLst>
                <a:ext uri="{FF2B5EF4-FFF2-40B4-BE49-F238E27FC236}">
                  <a16:creationId xmlns:a16="http://schemas.microsoft.com/office/drawing/2014/main" id="{EBFA4855-BEE9-8C66-ADE2-C07FE08042B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ST2 179 Cm</a:t>
              </a:r>
            </a:p>
          </p:txBody>
        </p:sp>
        <p:grpSp>
          <p:nvGrpSpPr>
            <p:cNvPr id="106" name="Gruppo 105">
              <a:extLst>
                <a:ext uri="{FF2B5EF4-FFF2-40B4-BE49-F238E27FC236}">
                  <a16:creationId xmlns:a16="http://schemas.microsoft.com/office/drawing/2014/main" id="{87EE7895-CA18-4A07-BF47-9B3AC21981FD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10" name="Ovale 109">
                <a:extLst>
                  <a:ext uri="{FF2B5EF4-FFF2-40B4-BE49-F238E27FC236}">
                    <a16:creationId xmlns:a16="http://schemas.microsoft.com/office/drawing/2014/main" id="{7AC2BA28-D6AD-BE7B-AB81-BCA990B6968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11" name="CasellaDiTesto 110">
                <a:extLst>
                  <a:ext uri="{FF2B5EF4-FFF2-40B4-BE49-F238E27FC236}">
                    <a16:creationId xmlns:a16="http://schemas.microsoft.com/office/drawing/2014/main" id="{7778A21E-E90D-E88D-EF5B-FF58CF89561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32</a:t>
                </a:r>
              </a:p>
            </p:txBody>
          </p:sp>
        </p:grpSp>
        <p:grpSp>
          <p:nvGrpSpPr>
            <p:cNvPr id="107" name="Gruppo 106">
              <a:extLst>
                <a:ext uri="{FF2B5EF4-FFF2-40B4-BE49-F238E27FC236}">
                  <a16:creationId xmlns:a16="http://schemas.microsoft.com/office/drawing/2014/main" id="{09BACA5E-5F84-26D4-5CB4-4AB058F99E7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08" name="Ovale 107">
                <a:extLst>
                  <a:ext uri="{FF2B5EF4-FFF2-40B4-BE49-F238E27FC236}">
                    <a16:creationId xmlns:a16="http://schemas.microsoft.com/office/drawing/2014/main" id="{81BC3CC8-8D08-65E8-9922-0BCDB0E3092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09" name="CasellaDiTesto 108">
                <a:extLst>
                  <a:ext uri="{FF2B5EF4-FFF2-40B4-BE49-F238E27FC236}">
                    <a16:creationId xmlns:a16="http://schemas.microsoft.com/office/drawing/2014/main" id="{FECCD806-8FA1-3C80-A86E-473247B0DD2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9FB048A4-82DC-DDF0-650F-3ADDA7AFB9FD}"/>
              </a:ext>
            </a:extLst>
          </p:cNvPr>
          <p:cNvGrpSpPr/>
          <p:nvPr/>
        </p:nvGrpSpPr>
        <p:grpSpPr>
          <a:xfrm>
            <a:off x="5325600" y="3051216"/>
            <a:ext cx="1460066" cy="220379"/>
            <a:chOff x="3923267" y="734293"/>
            <a:chExt cx="1460066" cy="220379"/>
          </a:xfrm>
        </p:grpSpPr>
        <p:sp>
          <p:nvSpPr>
            <p:cNvPr id="113" name="Rettangolo con due angoli in diagonale arrotondati 112">
              <a:extLst>
                <a:ext uri="{FF2B5EF4-FFF2-40B4-BE49-F238E27FC236}">
                  <a16:creationId xmlns:a16="http://schemas.microsoft.com/office/drawing/2014/main" id="{3D046E3A-4BFD-4002-A88B-42E2C3DDEAD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14" name="CasellaDiTesto 113">
              <a:extLst>
                <a:ext uri="{FF2B5EF4-FFF2-40B4-BE49-F238E27FC236}">
                  <a16:creationId xmlns:a16="http://schemas.microsoft.com/office/drawing/2014/main" id="{109DD62F-2318-BF8F-C51D-43AC6FC82CE3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LCM1 172 Cm</a:t>
              </a:r>
            </a:p>
          </p:txBody>
        </p:sp>
        <p:grpSp>
          <p:nvGrpSpPr>
            <p:cNvPr id="115" name="Gruppo 114">
              <a:extLst>
                <a:ext uri="{FF2B5EF4-FFF2-40B4-BE49-F238E27FC236}">
                  <a16:creationId xmlns:a16="http://schemas.microsoft.com/office/drawing/2014/main" id="{BDA2C312-4884-D66D-12DB-635BB814F8D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19" name="Ovale 118">
                <a:extLst>
                  <a:ext uri="{FF2B5EF4-FFF2-40B4-BE49-F238E27FC236}">
                    <a16:creationId xmlns:a16="http://schemas.microsoft.com/office/drawing/2014/main" id="{429F7D13-1E84-C2DE-4F8A-B54614C5C62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0" name="CasellaDiTesto 119">
                <a:extLst>
                  <a:ext uri="{FF2B5EF4-FFF2-40B4-BE49-F238E27FC236}">
                    <a16:creationId xmlns:a16="http://schemas.microsoft.com/office/drawing/2014/main" id="{541E4456-C094-8E7F-3F03-03909348203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27</a:t>
                </a:r>
              </a:p>
            </p:txBody>
          </p:sp>
        </p:grpSp>
        <p:grpSp>
          <p:nvGrpSpPr>
            <p:cNvPr id="116" name="Gruppo 115">
              <a:extLst>
                <a:ext uri="{FF2B5EF4-FFF2-40B4-BE49-F238E27FC236}">
                  <a16:creationId xmlns:a16="http://schemas.microsoft.com/office/drawing/2014/main" id="{D898BE35-199F-B130-FBFA-D74D4E7FAB1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17" name="Ovale 116">
                <a:extLst>
                  <a:ext uri="{FF2B5EF4-FFF2-40B4-BE49-F238E27FC236}">
                    <a16:creationId xmlns:a16="http://schemas.microsoft.com/office/drawing/2014/main" id="{95675E94-8B56-9E25-0899-9711F3B4BC8C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18" name="CasellaDiTesto 117">
                <a:extLst>
                  <a:ext uri="{FF2B5EF4-FFF2-40B4-BE49-F238E27FC236}">
                    <a16:creationId xmlns:a16="http://schemas.microsoft.com/office/drawing/2014/main" id="{4B0E014B-6197-B86D-16AC-154E466BE46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21" name="Gruppo 120">
            <a:extLst>
              <a:ext uri="{FF2B5EF4-FFF2-40B4-BE49-F238E27FC236}">
                <a16:creationId xmlns:a16="http://schemas.microsoft.com/office/drawing/2014/main" id="{047B907A-C2F9-44AC-C424-60BFA823CC87}"/>
              </a:ext>
            </a:extLst>
          </p:cNvPr>
          <p:cNvGrpSpPr/>
          <p:nvPr/>
        </p:nvGrpSpPr>
        <p:grpSpPr>
          <a:xfrm>
            <a:off x="2343880" y="3050767"/>
            <a:ext cx="1460066" cy="220379"/>
            <a:chOff x="3923267" y="734293"/>
            <a:chExt cx="1460066" cy="220379"/>
          </a:xfrm>
        </p:grpSpPr>
        <p:sp>
          <p:nvSpPr>
            <p:cNvPr id="122" name="Rettangolo con due angoli in diagonale arrotondati 121">
              <a:extLst>
                <a:ext uri="{FF2B5EF4-FFF2-40B4-BE49-F238E27FC236}">
                  <a16:creationId xmlns:a16="http://schemas.microsoft.com/office/drawing/2014/main" id="{CAD7A6E0-31EA-EA12-6F17-AA2E57D8A21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23" name="CasellaDiTesto 122">
              <a:extLst>
                <a:ext uri="{FF2B5EF4-FFF2-40B4-BE49-F238E27FC236}">
                  <a16:creationId xmlns:a16="http://schemas.microsoft.com/office/drawing/2014/main" id="{E392C56F-AFD6-55C0-622B-3F1C7B25DE94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RCM1 186 Cm</a:t>
              </a:r>
            </a:p>
          </p:txBody>
        </p:sp>
        <p:grpSp>
          <p:nvGrpSpPr>
            <p:cNvPr id="124" name="Gruppo 123">
              <a:extLst>
                <a:ext uri="{FF2B5EF4-FFF2-40B4-BE49-F238E27FC236}">
                  <a16:creationId xmlns:a16="http://schemas.microsoft.com/office/drawing/2014/main" id="{A40268EC-A5BF-4939-89EF-1BFB6222C53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28" name="Ovale 127">
                <a:extLst>
                  <a:ext uri="{FF2B5EF4-FFF2-40B4-BE49-F238E27FC236}">
                    <a16:creationId xmlns:a16="http://schemas.microsoft.com/office/drawing/2014/main" id="{BDE6DB22-19AE-FA53-E1F8-FC97685A1AE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9" name="CasellaDiTesto 128">
                <a:extLst>
                  <a:ext uri="{FF2B5EF4-FFF2-40B4-BE49-F238E27FC236}">
                    <a16:creationId xmlns:a16="http://schemas.microsoft.com/office/drawing/2014/main" id="{D74BE68E-B721-CE23-5EB0-B9BD326886B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23</a:t>
                </a:r>
              </a:p>
            </p:txBody>
          </p:sp>
        </p:grpSp>
        <p:grpSp>
          <p:nvGrpSpPr>
            <p:cNvPr id="125" name="Gruppo 124">
              <a:extLst>
                <a:ext uri="{FF2B5EF4-FFF2-40B4-BE49-F238E27FC236}">
                  <a16:creationId xmlns:a16="http://schemas.microsoft.com/office/drawing/2014/main" id="{08ADE6D4-C5A2-0002-9A7C-90A95AF6363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26" name="Ovale 125">
                <a:extLst>
                  <a:ext uri="{FF2B5EF4-FFF2-40B4-BE49-F238E27FC236}">
                    <a16:creationId xmlns:a16="http://schemas.microsoft.com/office/drawing/2014/main" id="{599B5449-AB91-6B25-2DC2-DB870AB336C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7" name="CasellaDiTesto 126">
                <a:extLst>
                  <a:ext uri="{FF2B5EF4-FFF2-40B4-BE49-F238E27FC236}">
                    <a16:creationId xmlns:a16="http://schemas.microsoft.com/office/drawing/2014/main" id="{7770F962-4156-D73F-75C2-1269B32DD7D9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0" name="Gruppo 129">
            <a:extLst>
              <a:ext uri="{FF2B5EF4-FFF2-40B4-BE49-F238E27FC236}">
                <a16:creationId xmlns:a16="http://schemas.microsoft.com/office/drawing/2014/main" id="{A458FC12-EA91-E188-B19C-8D14B0F0B083}"/>
              </a:ext>
            </a:extLst>
          </p:cNvPr>
          <p:cNvGrpSpPr/>
          <p:nvPr/>
        </p:nvGrpSpPr>
        <p:grpSpPr>
          <a:xfrm>
            <a:off x="6481023" y="1788234"/>
            <a:ext cx="1460066" cy="220379"/>
            <a:chOff x="3923267" y="734293"/>
            <a:chExt cx="1460066" cy="220379"/>
          </a:xfrm>
        </p:grpSpPr>
        <p:sp>
          <p:nvSpPr>
            <p:cNvPr id="131" name="Rettangolo con due angoli in diagonale arrotondati 130">
              <a:extLst>
                <a:ext uri="{FF2B5EF4-FFF2-40B4-BE49-F238E27FC236}">
                  <a16:creationId xmlns:a16="http://schemas.microsoft.com/office/drawing/2014/main" id="{5AF1B66D-9110-0E08-9384-BA5807D1732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32" name="CasellaDiTesto 131">
              <a:extLst>
                <a:ext uri="{FF2B5EF4-FFF2-40B4-BE49-F238E27FC236}">
                  <a16:creationId xmlns:a16="http://schemas.microsoft.com/office/drawing/2014/main" id="{DBE89F94-D365-32BD-838E-ABC4C9515BEA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LFB1 183 Cm</a:t>
              </a:r>
            </a:p>
          </p:txBody>
        </p:sp>
        <p:grpSp>
          <p:nvGrpSpPr>
            <p:cNvPr id="133" name="Gruppo 132">
              <a:extLst>
                <a:ext uri="{FF2B5EF4-FFF2-40B4-BE49-F238E27FC236}">
                  <a16:creationId xmlns:a16="http://schemas.microsoft.com/office/drawing/2014/main" id="{44EB38AB-E4F6-2EB9-3E14-F8BF40150F8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37" name="Ovale 136">
                <a:extLst>
                  <a:ext uri="{FF2B5EF4-FFF2-40B4-BE49-F238E27FC236}">
                    <a16:creationId xmlns:a16="http://schemas.microsoft.com/office/drawing/2014/main" id="{2C15665B-24BE-5BE0-DC1E-6CEBC84075A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8" name="CasellaDiTesto 137">
                <a:extLst>
                  <a:ext uri="{FF2B5EF4-FFF2-40B4-BE49-F238E27FC236}">
                    <a16:creationId xmlns:a16="http://schemas.microsoft.com/office/drawing/2014/main" id="{5D51096A-A1FA-C782-6D2B-06DF5C9F0CC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16</a:t>
                </a:r>
              </a:p>
            </p:txBody>
          </p:sp>
        </p:grpSp>
        <p:grpSp>
          <p:nvGrpSpPr>
            <p:cNvPr id="134" name="Gruppo 133">
              <a:extLst>
                <a:ext uri="{FF2B5EF4-FFF2-40B4-BE49-F238E27FC236}">
                  <a16:creationId xmlns:a16="http://schemas.microsoft.com/office/drawing/2014/main" id="{02276D43-EEAB-BFF3-EB81-B690BCA1200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35" name="Ovale 134">
                <a:extLst>
                  <a:ext uri="{FF2B5EF4-FFF2-40B4-BE49-F238E27FC236}">
                    <a16:creationId xmlns:a16="http://schemas.microsoft.com/office/drawing/2014/main" id="{BD05960A-08EF-FEAD-8CC5-E8845FA2C6E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6" name="CasellaDiTesto 135">
                <a:extLst>
                  <a:ext uri="{FF2B5EF4-FFF2-40B4-BE49-F238E27FC236}">
                    <a16:creationId xmlns:a16="http://schemas.microsoft.com/office/drawing/2014/main" id="{FB297C95-08DD-B8B0-BCE1-F4C587CAEA09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9" name="Gruppo 138">
            <a:extLst>
              <a:ext uri="{FF2B5EF4-FFF2-40B4-BE49-F238E27FC236}">
                <a16:creationId xmlns:a16="http://schemas.microsoft.com/office/drawing/2014/main" id="{B5E5E865-ED2C-8378-9F5E-1B057C87B4B1}"/>
              </a:ext>
            </a:extLst>
          </p:cNvPr>
          <p:cNvGrpSpPr/>
          <p:nvPr/>
        </p:nvGrpSpPr>
        <p:grpSpPr>
          <a:xfrm>
            <a:off x="1262473" y="1994872"/>
            <a:ext cx="1460066" cy="222843"/>
            <a:chOff x="3923267" y="734293"/>
            <a:chExt cx="1460066" cy="222843"/>
          </a:xfrm>
        </p:grpSpPr>
        <p:sp>
          <p:nvSpPr>
            <p:cNvPr id="140" name="Rettangolo con due angoli in diagonale arrotondati 139">
              <a:extLst>
                <a:ext uri="{FF2B5EF4-FFF2-40B4-BE49-F238E27FC236}">
                  <a16:creationId xmlns:a16="http://schemas.microsoft.com/office/drawing/2014/main" id="{60A406BD-CA6E-B1BF-18D0-946EF33704D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41" name="CasellaDiTesto 140">
              <a:extLst>
                <a:ext uri="{FF2B5EF4-FFF2-40B4-BE49-F238E27FC236}">
                  <a16:creationId xmlns:a16="http://schemas.microsoft.com/office/drawing/2014/main" id="{F65E4C80-6F41-5E20-2CEC-28BC3273C49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RFB2 183 Cm</a:t>
              </a:r>
            </a:p>
          </p:txBody>
        </p:sp>
        <p:grpSp>
          <p:nvGrpSpPr>
            <p:cNvPr id="142" name="Gruppo 141">
              <a:extLst>
                <a:ext uri="{FF2B5EF4-FFF2-40B4-BE49-F238E27FC236}">
                  <a16:creationId xmlns:a16="http://schemas.microsoft.com/office/drawing/2014/main" id="{DD431D19-5190-38BE-1890-7C150EB7E32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46" name="Ovale 145">
                <a:extLst>
                  <a:ext uri="{FF2B5EF4-FFF2-40B4-BE49-F238E27FC236}">
                    <a16:creationId xmlns:a16="http://schemas.microsoft.com/office/drawing/2014/main" id="{55E0C761-46C2-E3ED-3475-F44B95CD402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7" name="CasellaDiTesto 146">
                <a:extLst>
                  <a:ext uri="{FF2B5EF4-FFF2-40B4-BE49-F238E27FC236}">
                    <a16:creationId xmlns:a16="http://schemas.microsoft.com/office/drawing/2014/main" id="{1B6D2743-A460-426C-3562-C0492A78B45E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14</a:t>
                </a:r>
              </a:p>
            </p:txBody>
          </p:sp>
        </p:grpSp>
        <p:grpSp>
          <p:nvGrpSpPr>
            <p:cNvPr id="143" name="Gruppo 142">
              <a:extLst>
                <a:ext uri="{FF2B5EF4-FFF2-40B4-BE49-F238E27FC236}">
                  <a16:creationId xmlns:a16="http://schemas.microsoft.com/office/drawing/2014/main" id="{57A7EE1D-0262-FC9F-2D63-CD4EDCB2291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44" name="Ovale 143">
                <a:extLst>
                  <a:ext uri="{FF2B5EF4-FFF2-40B4-BE49-F238E27FC236}">
                    <a16:creationId xmlns:a16="http://schemas.microsoft.com/office/drawing/2014/main" id="{1DD6884B-FF77-A275-9F86-7E429F79BEF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5" name="CasellaDiTesto 144">
                <a:extLst>
                  <a:ext uri="{FF2B5EF4-FFF2-40B4-BE49-F238E27FC236}">
                    <a16:creationId xmlns:a16="http://schemas.microsoft.com/office/drawing/2014/main" id="{E3F4A150-0FB2-1F62-C615-B883B450F32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57" name="Gruppo 156">
            <a:extLst>
              <a:ext uri="{FF2B5EF4-FFF2-40B4-BE49-F238E27FC236}">
                <a16:creationId xmlns:a16="http://schemas.microsoft.com/office/drawing/2014/main" id="{6782D0AE-EF26-DC6F-DC86-6268637AABA6}"/>
              </a:ext>
            </a:extLst>
          </p:cNvPr>
          <p:cNvGrpSpPr/>
          <p:nvPr/>
        </p:nvGrpSpPr>
        <p:grpSpPr>
          <a:xfrm>
            <a:off x="6280993" y="4151300"/>
            <a:ext cx="1460066" cy="220379"/>
            <a:chOff x="3923267" y="734293"/>
            <a:chExt cx="1460066" cy="220379"/>
          </a:xfrm>
        </p:grpSpPr>
        <p:sp>
          <p:nvSpPr>
            <p:cNvPr id="158" name="Rettangolo con due angoli in diagonale arrotondati 157">
              <a:extLst>
                <a:ext uri="{FF2B5EF4-FFF2-40B4-BE49-F238E27FC236}">
                  <a16:creationId xmlns:a16="http://schemas.microsoft.com/office/drawing/2014/main" id="{D7C54799-E920-DB11-B557-B8FB0A2FD99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59" name="CasellaDiTesto 158">
              <a:extLst>
                <a:ext uri="{FF2B5EF4-FFF2-40B4-BE49-F238E27FC236}">
                  <a16:creationId xmlns:a16="http://schemas.microsoft.com/office/drawing/2014/main" id="{F1F12720-672D-24D1-EC3B-869A6300B848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LW1 185 Cm</a:t>
              </a:r>
            </a:p>
          </p:txBody>
        </p:sp>
        <p:grpSp>
          <p:nvGrpSpPr>
            <p:cNvPr id="160" name="Gruppo 159">
              <a:extLst>
                <a:ext uri="{FF2B5EF4-FFF2-40B4-BE49-F238E27FC236}">
                  <a16:creationId xmlns:a16="http://schemas.microsoft.com/office/drawing/2014/main" id="{14E5B7A5-95F3-7A40-A4F3-874B94BB9AB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64" name="Ovale 163">
                <a:extLst>
                  <a:ext uri="{FF2B5EF4-FFF2-40B4-BE49-F238E27FC236}">
                    <a16:creationId xmlns:a16="http://schemas.microsoft.com/office/drawing/2014/main" id="{D5EB0214-CECE-4ADD-B069-4A8EF9423D2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65" name="CasellaDiTesto 164">
                <a:extLst>
                  <a:ext uri="{FF2B5EF4-FFF2-40B4-BE49-F238E27FC236}">
                    <a16:creationId xmlns:a16="http://schemas.microsoft.com/office/drawing/2014/main" id="{DAAF1D79-F300-751C-7225-FD436E517E6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161" name="Gruppo 160">
              <a:extLst>
                <a:ext uri="{FF2B5EF4-FFF2-40B4-BE49-F238E27FC236}">
                  <a16:creationId xmlns:a16="http://schemas.microsoft.com/office/drawing/2014/main" id="{CF40FB92-FD45-B274-8D61-2C6C876B5A1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62" name="Ovale 161">
                <a:extLst>
                  <a:ext uri="{FF2B5EF4-FFF2-40B4-BE49-F238E27FC236}">
                    <a16:creationId xmlns:a16="http://schemas.microsoft.com/office/drawing/2014/main" id="{7BE32E84-38D4-6244-A930-CC62DE70D41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63" name="CasellaDiTesto 162">
                <a:extLst>
                  <a:ext uri="{FF2B5EF4-FFF2-40B4-BE49-F238E27FC236}">
                    <a16:creationId xmlns:a16="http://schemas.microsoft.com/office/drawing/2014/main" id="{1F0C3817-5203-9F75-B757-608AEF38E19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75" name="Gruppo 174">
            <a:extLst>
              <a:ext uri="{FF2B5EF4-FFF2-40B4-BE49-F238E27FC236}">
                <a16:creationId xmlns:a16="http://schemas.microsoft.com/office/drawing/2014/main" id="{052815C7-42FD-8AFD-39C7-FE7940933CD4}"/>
              </a:ext>
            </a:extLst>
          </p:cNvPr>
          <p:cNvGrpSpPr/>
          <p:nvPr/>
        </p:nvGrpSpPr>
        <p:grpSpPr>
          <a:xfrm>
            <a:off x="5325600" y="3250782"/>
            <a:ext cx="1460066" cy="222843"/>
            <a:chOff x="3923267" y="734293"/>
            <a:chExt cx="1460066" cy="222843"/>
          </a:xfrm>
        </p:grpSpPr>
        <p:sp>
          <p:nvSpPr>
            <p:cNvPr id="176" name="Rettangolo con due angoli in diagonale arrotondati 175">
              <a:extLst>
                <a:ext uri="{FF2B5EF4-FFF2-40B4-BE49-F238E27FC236}">
                  <a16:creationId xmlns:a16="http://schemas.microsoft.com/office/drawing/2014/main" id="{D962DBB1-2D37-E108-21F5-CBF7BA46CEB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77" name="CasellaDiTesto 176">
              <a:extLst>
                <a:ext uri="{FF2B5EF4-FFF2-40B4-BE49-F238E27FC236}">
                  <a16:creationId xmlns:a16="http://schemas.microsoft.com/office/drawing/2014/main" id="{6452E655-AA3A-9A19-045B-D6BB5B09FE1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LCM2 177 Cm</a:t>
              </a:r>
            </a:p>
          </p:txBody>
        </p:sp>
        <p:grpSp>
          <p:nvGrpSpPr>
            <p:cNvPr id="178" name="Gruppo 177">
              <a:extLst>
                <a:ext uri="{FF2B5EF4-FFF2-40B4-BE49-F238E27FC236}">
                  <a16:creationId xmlns:a16="http://schemas.microsoft.com/office/drawing/2014/main" id="{8306FF07-7731-BDCB-3DE3-B7C9302A52A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82" name="Ovale 181">
                <a:extLst>
                  <a:ext uri="{FF2B5EF4-FFF2-40B4-BE49-F238E27FC236}">
                    <a16:creationId xmlns:a16="http://schemas.microsoft.com/office/drawing/2014/main" id="{F87260D2-776B-B102-2E2A-C39AE51ACB2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3" name="CasellaDiTesto 182">
                <a:extLst>
                  <a:ext uri="{FF2B5EF4-FFF2-40B4-BE49-F238E27FC236}">
                    <a16:creationId xmlns:a16="http://schemas.microsoft.com/office/drawing/2014/main" id="{8E979040-E6A3-F7F1-6F4E-4C050F2D652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28</a:t>
                </a:r>
              </a:p>
            </p:txBody>
          </p:sp>
        </p:grpSp>
        <p:grpSp>
          <p:nvGrpSpPr>
            <p:cNvPr id="179" name="Gruppo 178">
              <a:extLst>
                <a:ext uri="{FF2B5EF4-FFF2-40B4-BE49-F238E27FC236}">
                  <a16:creationId xmlns:a16="http://schemas.microsoft.com/office/drawing/2014/main" id="{CD8377ED-2F92-0053-4932-6C260CF186B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0" name="Ovale 179">
                <a:extLst>
                  <a:ext uri="{FF2B5EF4-FFF2-40B4-BE49-F238E27FC236}">
                    <a16:creationId xmlns:a16="http://schemas.microsoft.com/office/drawing/2014/main" id="{FC168482-FB0B-B5DE-360F-D67D87151A8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1" name="CasellaDiTesto 180">
                <a:extLst>
                  <a:ext uri="{FF2B5EF4-FFF2-40B4-BE49-F238E27FC236}">
                    <a16:creationId xmlns:a16="http://schemas.microsoft.com/office/drawing/2014/main" id="{28E5F107-D487-07A7-638E-99DE0B5DD2D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84" name="Gruppo 183">
            <a:extLst>
              <a:ext uri="{FF2B5EF4-FFF2-40B4-BE49-F238E27FC236}">
                <a16:creationId xmlns:a16="http://schemas.microsoft.com/office/drawing/2014/main" id="{445A6471-624D-630C-EBA2-7AB937D86FBA}"/>
              </a:ext>
            </a:extLst>
          </p:cNvPr>
          <p:cNvGrpSpPr/>
          <p:nvPr/>
        </p:nvGrpSpPr>
        <p:grpSpPr>
          <a:xfrm>
            <a:off x="6280993" y="4344574"/>
            <a:ext cx="1460066" cy="222843"/>
            <a:chOff x="3923267" y="734293"/>
            <a:chExt cx="1460066" cy="222843"/>
          </a:xfrm>
        </p:grpSpPr>
        <p:sp>
          <p:nvSpPr>
            <p:cNvPr id="185" name="Rettangolo con due angoli in diagonale arrotondati 184">
              <a:extLst>
                <a:ext uri="{FF2B5EF4-FFF2-40B4-BE49-F238E27FC236}">
                  <a16:creationId xmlns:a16="http://schemas.microsoft.com/office/drawing/2014/main" id="{C527DE8C-F20C-3A87-5ACB-FEB806AFF36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86" name="CasellaDiTesto 185">
              <a:extLst>
                <a:ext uri="{FF2B5EF4-FFF2-40B4-BE49-F238E27FC236}">
                  <a16:creationId xmlns:a16="http://schemas.microsoft.com/office/drawing/2014/main" id="{356EAEEF-1159-31C6-AC3B-B9252C21356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LW2 184 Cm</a:t>
              </a:r>
            </a:p>
          </p:txBody>
        </p:sp>
        <p:grpSp>
          <p:nvGrpSpPr>
            <p:cNvPr id="187" name="Gruppo 186">
              <a:extLst>
                <a:ext uri="{FF2B5EF4-FFF2-40B4-BE49-F238E27FC236}">
                  <a16:creationId xmlns:a16="http://schemas.microsoft.com/office/drawing/2014/main" id="{A1B6AD68-DA7F-018C-4A38-272624EF7A7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91" name="Ovale 190">
                <a:extLst>
                  <a:ext uri="{FF2B5EF4-FFF2-40B4-BE49-F238E27FC236}">
                    <a16:creationId xmlns:a16="http://schemas.microsoft.com/office/drawing/2014/main" id="{4001D23B-37FD-1B52-9740-BC7ECD70A88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92" name="CasellaDiTesto 191">
                <a:extLst>
                  <a:ext uri="{FF2B5EF4-FFF2-40B4-BE49-F238E27FC236}">
                    <a16:creationId xmlns:a16="http://schemas.microsoft.com/office/drawing/2014/main" id="{EF6F7EC8-CC08-DEE7-D558-8ACC01FD30E3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188" name="Gruppo 187">
              <a:extLst>
                <a:ext uri="{FF2B5EF4-FFF2-40B4-BE49-F238E27FC236}">
                  <a16:creationId xmlns:a16="http://schemas.microsoft.com/office/drawing/2014/main" id="{0467489A-3FC9-1CB0-D0F3-E815EA49F6A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9" name="Ovale 188">
                <a:extLst>
                  <a:ext uri="{FF2B5EF4-FFF2-40B4-BE49-F238E27FC236}">
                    <a16:creationId xmlns:a16="http://schemas.microsoft.com/office/drawing/2014/main" id="{BC2C1FC5-B619-3EFB-250E-5FFCFD8E339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90" name="CasellaDiTesto 189">
                <a:extLst>
                  <a:ext uri="{FF2B5EF4-FFF2-40B4-BE49-F238E27FC236}">
                    <a16:creationId xmlns:a16="http://schemas.microsoft.com/office/drawing/2014/main" id="{3215EA94-0BFB-A4CD-6C4C-9E610A29F18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93" name="Gruppo 192">
            <a:extLst>
              <a:ext uri="{FF2B5EF4-FFF2-40B4-BE49-F238E27FC236}">
                <a16:creationId xmlns:a16="http://schemas.microsoft.com/office/drawing/2014/main" id="{B3BE3FC2-E78C-1DC1-05F9-AC6B429ECFC5}"/>
              </a:ext>
            </a:extLst>
          </p:cNvPr>
          <p:cNvGrpSpPr/>
          <p:nvPr/>
        </p:nvGrpSpPr>
        <p:grpSpPr>
          <a:xfrm>
            <a:off x="3841541" y="1055475"/>
            <a:ext cx="1460066" cy="222843"/>
            <a:chOff x="3923267" y="734293"/>
            <a:chExt cx="1460066" cy="222843"/>
          </a:xfrm>
        </p:grpSpPr>
        <p:sp>
          <p:nvSpPr>
            <p:cNvPr id="194" name="Rettangolo con due angoli in diagonale arrotondati 193">
              <a:extLst>
                <a:ext uri="{FF2B5EF4-FFF2-40B4-BE49-F238E27FC236}">
                  <a16:creationId xmlns:a16="http://schemas.microsoft.com/office/drawing/2014/main" id="{9DAF2621-F677-865D-C5C8-F59ED82161B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95" name="CasellaDiTesto 194">
              <a:extLst>
                <a:ext uri="{FF2B5EF4-FFF2-40B4-BE49-F238E27FC236}">
                  <a16:creationId xmlns:a16="http://schemas.microsoft.com/office/drawing/2014/main" id="{5A6B4740-80E9-0C2E-3438-DCDE12DB5AE3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GK3</a:t>
              </a:r>
            </a:p>
          </p:txBody>
        </p:sp>
        <p:grpSp>
          <p:nvGrpSpPr>
            <p:cNvPr id="196" name="Gruppo 195">
              <a:extLst>
                <a:ext uri="{FF2B5EF4-FFF2-40B4-BE49-F238E27FC236}">
                  <a16:creationId xmlns:a16="http://schemas.microsoft.com/office/drawing/2014/main" id="{C989ADBE-DC0B-5530-7572-1E4F85F6A532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0" name="Ovale 199">
                <a:extLst>
                  <a:ext uri="{FF2B5EF4-FFF2-40B4-BE49-F238E27FC236}">
                    <a16:creationId xmlns:a16="http://schemas.microsoft.com/office/drawing/2014/main" id="{F73F38D2-B73B-AB2B-9F14-873110F4EB7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201" name="CasellaDiTesto 200">
                <a:extLst>
                  <a:ext uri="{FF2B5EF4-FFF2-40B4-BE49-F238E27FC236}">
                    <a16:creationId xmlns:a16="http://schemas.microsoft.com/office/drawing/2014/main" id="{07EB9F32-593B-5F5F-331D-EF46E72FAB3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</a:t>
                </a:r>
              </a:p>
            </p:txBody>
          </p:sp>
        </p:grpSp>
        <p:grpSp>
          <p:nvGrpSpPr>
            <p:cNvPr id="197" name="Gruppo 196">
              <a:extLst>
                <a:ext uri="{FF2B5EF4-FFF2-40B4-BE49-F238E27FC236}">
                  <a16:creationId xmlns:a16="http://schemas.microsoft.com/office/drawing/2014/main" id="{0325D27D-DDE1-D675-45A4-9960E6602E6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98" name="Ovale 197">
                <a:extLst>
                  <a:ext uri="{FF2B5EF4-FFF2-40B4-BE49-F238E27FC236}">
                    <a16:creationId xmlns:a16="http://schemas.microsoft.com/office/drawing/2014/main" id="{07399344-E0BC-429D-608E-EEB789ACCD7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99" name="CasellaDiTesto 198">
                <a:extLst>
                  <a:ext uri="{FF2B5EF4-FFF2-40B4-BE49-F238E27FC236}">
                    <a16:creationId xmlns:a16="http://schemas.microsoft.com/office/drawing/2014/main" id="{6F808C32-ECBF-5C69-A8B7-D0D4967E4F4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02" name="Gruppo 201">
            <a:extLst>
              <a:ext uri="{FF2B5EF4-FFF2-40B4-BE49-F238E27FC236}">
                <a16:creationId xmlns:a16="http://schemas.microsoft.com/office/drawing/2014/main" id="{77722F1A-6030-A17C-48BE-B3AF885CC4EA}"/>
              </a:ext>
            </a:extLst>
          </p:cNvPr>
          <p:cNvGrpSpPr/>
          <p:nvPr/>
        </p:nvGrpSpPr>
        <p:grpSpPr>
          <a:xfrm>
            <a:off x="6481023" y="1982712"/>
            <a:ext cx="1460066" cy="222843"/>
            <a:chOff x="3923267" y="734293"/>
            <a:chExt cx="1460066" cy="222843"/>
          </a:xfrm>
        </p:grpSpPr>
        <p:sp>
          <p:nvSpPr>
            <p:cNvPr id="203" name="Rettangolo con due angoli in diagonale arrotondati 202">
              <a:extLst>
                <a:ext uri="{FF2B5EF4-FFF2-40B4-BE49-F238E27FC236}">
                  <a16:creationId xmlns:a16="http://schemas.microsoft.com/office/drawing/2014/main" id="{06221742-BFE1-F9E9-57A5-446702268D8A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04" name="CasellaDiTesto 203">
              <a:extLst>
                <a:ext uri="{FF2B5EF4-FFF2-40B4-BE49-F238E27FC236}">
                  <a16:creationId xmlns:a16="http://schemas.microsoft.com/office/drawing/2014/main" id="{B4E631C1-794D-B099-AD4E-09BA6939054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LFB2 176 Cm</a:t>
              </a:r>
            </a:p>
          </p:txBody>
        </p:sp>
        <p:grpSp>
          <p:nvGrpSpPr>
            <p:cNvPr id="205" name="Gruppo 204">
              <a:extLst>
                <a:ext uri="{FF2B5EF4-FFF2-40B4-BE49-F238E27FC236}">
                  <a16:creationId xmlns:a16="http://schemas.microsoft.com/office/drawing/2014/main" id="{3022AC87-056F-8409-1EEF-DD483EC2F25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9" name="Ovale 208">
                <a:extLst>
                  <a:ext uri="{FF2B5EF4-FFF2-40B4-BE49-F238E27FC236}">
                    <a16:creationId xmlns:a16="http://schemas.microsoft.com/office/drawing/2014/main" id="{B9F653F0-D054-5C17-49C8-2760B40A06A9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0" name="CasellaDiTesto 209">
                <a:extLst>
                  <a:ext uri="{FF2B5EF4-FFF2-40B4-BE49-F238E27FC236}">
                    <a16:creationId xmlns:a16="http://schemas.microsoft.com/office/drawing/2014/main" id="{D568DFFF-8900-1556-FE4D-FBC707A20FC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17</a:t>
                </a:r>
              </a:p>
            </p:txBody>
          </p:sp>
        </p:grpSp>
        <p:grpSp>
          <p:nvGrpSpPr>
            <p:cNvPr id="206" name="Gruppo 205">
              <a:extLst>
                <a:ext uri="{FF2B5EF4-FFF2-40B4-BE49-F238E27FC236}">
                  <a16:creationId xmlns:a16="http://schemas.microsoft.com/office/drawing/2014/main" id="{BB42A8FA-EC9B-F4F8-4478-A3A4387E228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07" name="Ovale 206">
                <a:extLst>
                  <a:ext uri="{FF2B5EF4-FFF2-40B4-BE49-F238E27FC236}">
                    <a16:creationId xmlns:a16="http://schemas.microsoft.com/office/drawing/2014/main" id="{60174BFA-CD0E-DB97-0827-F9C18F46683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08" name="CasellaDiTesto 207">
                <a:extLst>
                  <a:ext uri="{FF2B5EF4-FFF2-40B4-BE49-F238E27FC236}">
                    <a16:creationId xmlns:a16="http://schemas.microsoft.com/office/drawing/2014/main" id="{BE4C00FF-8F67-9C9B-91E8-51D24294D35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11" name="Picture 2">
            <a:extLst>
              <a:ext uri="{FF2B5EF4-FFF2-40B4-BE49-F238E27FC236}">
                <a16:creationId xmlns:a16="http://schemas.microsoft.com/office/drawing/2014/main" id="{94AA937B-3E23-C84B-E1C9-0AF6D04E0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1518203" y="139143"/>
            <a:ext cx="343125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uppo 211">
            <a:extLst>
              <a:ext uri="{FF2B5EF4-FFF2-40B4-BE49-F238E27FC236}">
                <a16:creationId xmlns:a16="http://schemas.microsoft.com/office/drawing/2014/main" id="{64A0D0D3-4015-E903-1065-C38FB7F04575}"/>
              </a:ext>
            </a:extLst>
          </p:cNvPr>
          <p:cNvGrpSpPr/>
          <p:nvPr/>
        </p:nvGrpSpPr>
        <p:grpSpPr>
          <a:xfrm>
            <a:off x="3841541" y="680888"/>
            <a:ext cx="1460066" cy="220379"/>
            <a:chOff x="3923267" y="734293"/>
            <a:chExt cx="1460066" cy="220379"/>
          </a:xfrm>
        </p:grpSpPr>
        <p:sp>
          <p:nvSpPr>
            <p:cNvPr id="213" name="Rettangolo con due angoli in diagonale arrotondati 212">
              <a:extLst>
                <a:ext uri="{FF2B5EF4-FFF2-40B4-BE49-F238E27FC236}">
                  <a16:creationId xmlns:a16="http://schemas.microsoft.com/office/drawing/2014/main" id="{6D01C3F3-3AC2-C1EC-CAF9-58926475163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14" name="CasellaDiTesto 213">
              <a:extLst>
                <a:ext uri="{FF2B5EF4-FFF2-40B4-BE49-F238E27FC236}">
                  <a16:creationId xmlns:a16="http://schemas.microsoft.com/office/drawing/2014/main" id="{DFC89EEE-60D7-2667-8FCE-F99836297432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GK1</a:t>
              </a:r>
            </a:p>
          </p:txBody>
        </p:sp>
        <p:grpSp>
          <p:nvGrpSpPr>
            <p:cNvPr id="215" name="Gruppo 214">
              <a:extLst>
                <a:ext uri="{FF2B5EF4-FFF2-40B4-BE49-F238E27FC236}">
                  <a16:creationId xmlns:a16="http://schemas.microsoft.com/office/drawing/2014/main" id="{BBA342C5-FAF7-CEFE-F908-424D830210A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19" name="Ovale 218">
                <a:extLst>
                  <a:ext uri="{FF2B5EF4-FFF2-40B4-BE49-F238E27FC236}">
                    <a16:creationId xmlns:a16="http://schemas.microsoft.com/office/drawing/2014/main" id="{9D631726-7257-4881-DFEE-46001414595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0" name="CasellaDiTesto 219">
                <a:extLst>
                  <a:ext uri="{FF2B5EF4-FFF2-40B4-BE49-F238E27FC236}">
                    <a16:creationId xmlns:a16="http://schemas.microsoft.com/office/drawing/2014/main" id="{5B6E01B5-9617-D853-6841-28FADE38ABD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</a:t>
                </a:r>
              </a:p>
            </p:txBody>
          </p:sp>
        </p:grpSp>
        <p:grpSp>
          <p:nvGrpSpPr>
            <p:cNvPr id="216" name="Gruppo 215">
              <a:extLst>
                <a:ext uri="{FF2B5EF4-FFF2-40B4-BE49-F238E27FC236}">
                  <a16:creationId xmlns:a16="http://schemas.microsoft.com/office/drawing/2014/main" id="{1C347900-FE34-0674-6FDC-2BDE0AC8948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17" name="Ovale 216">
                <a:extLst>
                  <a:ext uri="{FF2B5EF4-FFF2-40B4-BE49-F238E27FC236}">
                    <a16:creationId xmlns:a16="http://schemas.microsoft.com/office/drawing/2014/main" id="{9FAA8F10-F625-FCCB-69BE-37437CA12A8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8" name="CasellaDiTesto 217">
                <a:extLst>
                  <a:ext uri="{FF2B5EF4-FFF2-40B4-BE49-F238E27FC236}">
                    <a16:creationId xmlns:a16="http://schemas.microsoft.com/office/drawing/2014/main" id="{AA0BB1EE-0EEC-522B-2B26-C69B00C95D3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21" name="Gruppo 220">
            <a:extLst>
              <a:ext uri="{FF2B5EF4-FFF2-40B4-BE49-F238E27FC236}">
                <a16:creationId xmlns:a16="http://schemas.microsoft.com/office/drawing/2014/main" id="{A4512E5B-5A0F-B688-A674-6B89951FF331}"/>
              </a:ext>
            </a:extLst>
          </p:cNvPr>
          <p:cNvGrpSpPr/>
          <p:nvPr/>
        </p:nvGrpSpPr>
        <p:grpSpPr>
          <a:xfrm>
            <a:off x="4720580" y="1984232"/>
            <a:ext cx="1460066" cy="222843"/>
            <a:chOff x="3923267" y="734293"/>
            <a:chExt cx="1460066" cy="222843"/>
          </a:xfrm>
        </p:grpSpPr>
        <p:sp>
          <p:nvSpPr>
            <p:cNvPr id="222" name="Rettangolo con due angoli in diagonale arrotondati 221">
              <a:extLst>
                <a:ext uri="{FF2B5EF4-FFF2-40B4-BE49-F238E27FC236}">
                  <a16:creationId xmlns:a16="http://schemas.microsoft.com/office/drawing/2014/main" id="{51E881E8-147D-E4EF-F411-4726F4EA41B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23" name="CasellaDiTesto 222">
              <a:extLst>
                <a:ext uri="{FF2B5EF4-FFF2-40B4-BE49-F238E27FC236}">
                  <a16:creationId xmlns:a16="http://schemas.microsoft.com/office/drawing/2014/main" id="{D753701B-23CD-D663-A377-60CECA242CA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LCB2 182 Cm</a:t>
              </a:r>
            </a:p>
          </p:txBody>
        </p:sp>
        <p:grpSp>
          <p:nvGrpSpPr>
            <p:cNvPr id="224" name="Gruppo 223">
              <a:extLst>
                <a:ext uri="{FF2B5EF4-FFF2-40B4-BE49-F238E27FC236}">
                  <a16:creationId xmlns:a16="http://schemas.microsoft.com/office/drawing/2014/main" id="{7CF97242-6F2A-5AB3-CAA5-BA12CAF6688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28" name="Ovale 227">
                <a:extLst>
                  <a:ext uri="{FF2B5EF4-FFF2-40B4-BE49-F238E27FC236}">
                    <a16:creationId xmlns:a16="http://schemas.microsoft.com/office/drawing/2014/main" id="{52891A20-D1F5-84DD-1BF6-4DE1EE5471B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9" name="CasellaDiTesto 228">
                <a:extLst>
                  <a:ext uri="{FF2B5EF4-FFF2-40B4-BE49-F238E27FC236}">
                    <a16:creationId xmlns:a16="http://schemas.microsoft.com/office/drawing/2014/main" id="{4202F703-B9B0-E28D-2908-A0B434AAD549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11</a:t>
                </a:r>
              </a:p>
            </p:txBody>
          </p:sp>
        </p:grpSp>
        <p:grpSp>
          <p:nvGrpSpPr>
            <p:cNvPr id="225" name="Gruppo 224">
              <a:extLst>
                <a:ext uri="{FF2B5EF4-FFF2-40B4-BE49-F238E27FC236}">
                  <a16:creationId xmlns:a16="http://schemas.microsoft.com/office/drawing/2014/main" id="{9178279E-D951-43D0-EF05-05734BD74ED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26" name="Ovale 225">
                <a:extLst>
                  <a:ext uri="{FF2B5EF4-FFF2-40B4-BE49-F238E27FC236}">
                    <a16:creationId xmlns:a16="http://schemas.microsoft.com/office/drawing/2014/main" id="{9C3600AB-CAAF-CE79-E75D-157872AADBB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7" name="CasellaDiTesto 226">
                <a:extLst>
                  <a:ext uri="{FF2B5EF4-FFF2-40B4-BE49-F238E27FC236}">
                    <a16:creationId xmlns:a16="http://schemas.microsoft.com/office/drawing/2014/main" id="{BA8D74CC-25EF-8125-EC60-FD07F24271B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30" name="Gruppo 229">
            <a:extLst>
              <a:ext uri="{FF2B5EF4-FFF2-40B4-BE49-F238E27FC236}">
                <a16:creationId xmlns:a16="http://schemas.microsoft.com/office/drawing/2014/main" id="{D61EB3F2-EBD3-0F0A-9DF7-DC19E306A26D}"/>
              </a:ext>
            </a:extLst>
          </p:cNvPr>
          <p:cNvGrpSpPr/>
          <p:nvPr/>
        </p:nvGrpSpPr>
        <p:grpSpPr>
          <a:xfrm>
            <a:off x="2343880" y="3250483"/>
            <a:ext cx="1460066" cy="222843"/>
            <a:chOff x="3923267" y="734293"/>
            <a:chExt cx="1460066" cy="222843"/>
          </a:xfrm>
        </p:grpSpPr>
        <p:sp>
          <p:nvSpPr>
            <p:cNvPr id="231" name="Rettangolo con due angoli in diagonale arrotondati 230">
              <a:extLst>
                <a:ext uri="{FF2B5EF4-FFF2-40B4-BE49-F238E27FC236}">
                  <a16:creationId xmlns:a16="http://schemas.microsoft.com/office/drawing/2014/main" id="{482DC883-6737-D23B-66D6-703F867F93D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32" name="CasellaDiTesto 231">
              <a:extLst>
                <a:ext uri="{FF2B5EF4-FFF2-40B4-BE49-F238E27FC236}">
                  <a16:creationId xmlns:a16="http://schemas.microsoft.com/office/drawing/2014/main" id="{C6D5ACC4-7686-8414-48A5-8AD7D467E887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RCM2 181 Cm</a:t>
              </a:r>
            </a:p>
          </p:txBody>
        </p:sp>
        <p:grpSp>
          <p:nvGrpSpPr>
            <p:cNvPr id="233" name="Gruppo 232">
              <a:extLst>
                <a:ext uri="{FF2B5EF4-FFF2-40B4-BE49-F238E27FC236}">
                  <a16:creationId xmlns:a16="http://schemas.microsoft.com/office/drawing/2014/main" id="{055EF452-5CFA-C4D7-0E30-7508C007D41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37" name="Ovale 236">
                <a:extLst>
                  <a:ext uri="{FF2B5EF4-FFF2-40B4-BE49-F238E27FC236}">
                    <a16:creationId xmlns:a16="http://schemas.microsoft.com/office/drawing/2014/main" id="{EB0A7415-33EA-402A-D132-BA46856050D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8" name="CasellaDiTesto 237">
                <a:extLst>
                  <a:ext uri="{FF2B5EF4-FFF2-40B4-BE49-F238E27FC236}">
                    <a16:creationId xmlns:a16="http://schemas.microsoft.com/office/drawing/2014/main" id="{3A11D1E9-9082-773F-D3D0-53CC4B7A237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24</a:t>
                </a:r>
              </a:p>
            </p:txBody>
          </p:sp>
        </p:grpSp>
        <p:grpSp>
          <p:nvGrpSpPr>
            <p:cNvPr id="234" name="Gruppo 233">
              <a:extLst>
                <a:ext uri="{FF2B5EF4-FFF2-40B4-BE49-F238E27FC236}">
                  <a16:creationId xmlns:a16="http://schemas.microsoft.com/office/drawing/2014/main" id="{0DD6453D-22CE-539F-C9B7-470732759C3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35" name="Ovale 234">
                <a:extLst>
                  <a:ext uri="{FF2B5EF4-FFF2-40B4-BE49-F238E27FC236}">
                    <a16:creationId xmlns:a16="http://schemas.microsoft.com/office/drawing/2014/main" id="{BC0C0494-5854-E357-06FD-36EE0C44B3E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6" name="CasellaDiTesto 235">
                <a:extLst>
                  <a:ext uri="{FF2B5EF4-FFF2-40B4-BE49-F238E27FC236}">
                    <a16:creationId xmlns:a16="http://schemas.microsoft.com/office/drawing/2014/main" id="{8B1377CE-2AF9-80A2-066D-27EE3426452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39" name="Gruppo 238">
            <a:extLst>
              <a:ext uri="{FF2B5EF4-FFF2-40B4-BE49-F238E27FC236}">
                <a16:creationId xmlns:a16="http://schemas.microsoft.com/office/drawing/2014/main" id="{F2F30537-46A8-F12C-482C-2214AFE07787}"/>
              </a:ext>
            </a:extLst>
          </p:cNvPr>
          <p:cNvGrpSpPr/>
          <p:nvPr/>
        </p:nvGrpSpPr>
        <p:grpSpPr>
          <a:xfrm>
            <a:off x="3884075" y="4842989"/>
            <a:ext cx="1460066" cy="222843"/>
            <a:chOff x="3923267" y="734293"/>
            <a:chExt cx="1460066" cy="222843"/>
          </a:xfrm>
        </p:grpSpPr>
        <p:sp>
          <p:nvSpPr>
            <p:cNvPr id="240" name="Rettangolo con due angoli in diagonale arrotondati 239">
              <a:extLst>
                <a:ext uri="{FF2B5EF4-FFF2-40B4-BE49-F238E27FC236}">
                  <a16:creationId xmlns:a16="http://schemas.microsoft.com/office/drawing/2014/main" id="{C00127CD-D650-0607-0DD4-1046C7892CB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41" name="CasellaDiTesto 240">
              <a:extLst>
                <a:ext uri="{FF2B5EF4-FFF2-40B4-BE49-F238E27FC236}">
                  <a16:creationId xmlns:a16="http://schemas.microsoft.com/office/drawing/2014/main" id="{94CD9A01-79EE-5A4F-C543-7A44939B2BF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ST3 176 Cm</a:t>
              </a:r>
            </a:p>
          </p:txBody>
        </p:sp>
        <p:grpSp>
          <p:nvGrpSpPr>
            <p:cNvPr id="242" name="Gruppo 241">
              <a:extLst>
                <a:ext uri="{FF2B5EF4-FFF2-40B4-BE49-F238E27FC236}">
                  <a16:creationId xmlns:a16="http://schemas.microsoft.com/office/drawing/2014/main" id="{E5B8D061-084C-456D-E46B-EA4F5044617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46" name="Ovale 245">
                <a:extLst>
                  <a:ext uri="{FF2B5EF4-FFF2-40B4-BE49-F238E27FC236}">
                    <a16:creationId xmlns:a16="http://schemas.microsoft.com/office/drawing/2014/main" id="{D0B239AE-6305-3769-CDA5-7E495EDD1C7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47" name="CasellaDiTesto 246">
                <a:extLst>
                  <a:ext uri="{FF2B5EF4-FFF2-40B4-BE49-F238E27FC236}">
                    <a16:creationId xmlns:a16="http://schemas.microsoft.com/office/drawing/2014/main" id="{CCF19FAD-9FEF-FDDB-A0FB-2D415FF81E3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33</a:t>
                </a:r>
              </a:p>
            </p:txBody>
          </p:sp>
        </p:grpSp>
        <p:grpSp>
          <p:nvGrpSpPr>
            <p:cNvPr id="243" name="Gruppo 242">
              <a:extLst>
                <a:ext uri="{FF2B5EF4-FFF2-40B4-BE49-F238E27FC236}">
                  <a16:creationId xmlns:a16="http://schemas.microsoft.com/office/drawing/2014/main" id="{0AB41B49-F591-7B5E-C692-9BB1B40EA98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44" name="Ovale 243">
                <a:extLst>
                  <a:ext uri="{FF2B5EF4-FFF2-40B4-BE49-F238E27FC236}">
                    <a16:creationId xmlns:a16="http://schemas.microsoft.com/office/drawing/2014/main" id="{B2E6AB61-7268-986B-7563-F9453132AF2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45" name="CasellaDiTesto 244">
                <a:extLst>
                  <a:ext uri="{FF2B5EF4-FFF2-40B4-BE49-F238E27FC236}">
                    <a16:creationId xmlns:a16="http://schemas.microsoft.com/office/drawing/2014/main" id="{887732B0-EBD3-9F6C-3C60-F152F657D14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48" name="Gruppo 247">
            <a:extLst>
              <a:ext uri="{FF2B5EF4-FFF2-40B4-BE49-F238E27FC236}">
                <a16:creationId xmlns:a16="http://schemas.microsoft.com/office/drawing/2014/main" id="{67D83E8E-7163-0DE9-3C89-6F245D77924D}"/>
              </a:ext>
            </a:extLst>
          </p:cNvPr>
          <p:cNvGrpSpPr/>
          <p:nvPr/>
        </p:nvGrpSpPr>
        <p:grpSpPr>
          <a:xfrm>
            <a:off x="5325600" y="3452812"/>
            <a:ext cx="1460066" cy="222843"/>
            <a:chOff x="3923267" y="734293"/>
            <a:chExt cx="1460066" cy="222843"/>
          </a:xfrm>
        </p:grpSpPr>
        <p:sp>
          <p:nvSpPr>
            <p:cNvPr id="249" name="Rettangolo con due angoli in diagonale arrotondati 248">
              <a:extLst>
                <a:ext uri="{FF2B5EF4-FFF2-40B4-BE49-F238E27FC236}">
                  <a16:creationId xmlns:a16="http://schemas.microsoft.com/office/drawing/2014/main" id="{000D50F2-B78D-E521-A1FF-DD7E30CA2B6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0" name="CasellaDiTesto 249">
              <a:extLst>
                <a:ext uri="{FF2B5EF4-FFF2-40B4-BE49-F238E27FC236}">
                  <a16:creationId xmlns:a16="http://schemas.microsoft.com/office/drawing/2014/main" id="{78551C46-6665-6D35-9967-5425A2138DB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LCM3 186 Cm</a:t>
              </a:r>
            </a:p>
          </p:txBody>
        </p:sp>
        <p:grpSp>
          <p:nvGrpSpPr>
            <p:cNvPr id="251" name="Gruppo 250">
              <a:extLst>
                <a:ext uri="{FF2B5EF4-FFF2-40B4-BE49-F238E27FC236}">
                  <a16:creationId xmlns:a16="http://schemas.microsoft.com/office/drawing/2014/main" id="{8BCD2559-9B5F-AAF9-1AFB-F8FF92FFCB8D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55" name="Ovale 254">
                <a:extLst>
                  <a:ext uri="{FF2B5EF4-FFF2-40B4-BE49-F238E27FC236}">
                    <a16:creationId xmlns:a16="http://schemas.microsoft.com/office/drawing/2014/main" id="{D2F46219-2940-5A00-FD23-48BE2F63E46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6" name="CasellaDiTesto 255">
                <a:extLst>
                  <a:ext uri="{FF2B5EF4-FFF2-40B4-BE49-F238E27FC236}">
                    <a16:creationId xmlns:a16="http://schemas.microsoft.com/office/drawing/2014/main" id="{33C0A357-DEC5-3238-62A7-C74098C260B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29</a:t>
                </a:r>
              </a:p>
            </p:txBody>
          </p:sp>
        </p:grpSp>
        <p:grpSp>
          <p:nvGrpSpPr>
            <p:cNvPr id="252" name="Gruppo 251">
              <a:extLst>
                <a:ext uri="{FF2B5EF4-FFF2-40B4-BE49-F238E27FC236}">
                  <a16:creationId xmlns:a16="http://schemas.microsoft.com/office/drawing/2014/main" id="{757E370B-1D3A-CC6C-9139-DE9F4EEE8B3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53" name="Ovale 252">
                <a:extLst>
                  <a:ext uri="{FF2B5EF4-FFF2-40B4-BE49-F238E27FC236}">
                    <a16:creationId xmlns:a16="http://schemas.microsoft.com/office/drawing/2014/main" id="{649F9F66-E64F-9BC2-BA02-A4FEE308F23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4" name="CasellaDiTesto 253">
                <a:extLst>
                  <a:ext uri="{FF2B5EF4-FFF2-40B4-BE49-F238E27FC236}">
                    <a16:creationId xmlns:a16="http://schemas.microsoft.com/office/drawing/2014/main" id="{91000EFD-C3B1-72B9-3F4E-7A11C4838F0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57" name="Gruppo 256">
            <a:extLst>
              <a:ext uri="{FF2B5EF4-FFF2-40B4-BE49-F238E27FC236}">
                <a16:creationId xmlns:a16="http://schemas.microsoft.com/office/drawing/2014/main" id="{43F38AED-3A87-731B-70A0-554AEEDD4379}"/>
              </a:ext>
            </a:extLst>
          </p:cNvPr>
          <p:cNvGrpSpPr/>
          <p:nvPr/>
        </p:nvGrpSpPr>
        <p:grpSpPr>
          <a:xfrm>
            <a:off x="2343880" y="3452663"/>
            <a:ext cx="1460066" cy="222843"/>
            <a:chOff x="3923267" y="734293"/>
            <a:chExt cx="1460066" cy="222843"/>
          </a:xfrm>
        </p:grpSpPr>
        <p:sp>
          <p:nvSpPr>
            <p:cNvPr id="258" name="Rettangolo con due angoli in diagonale arrotondati 257">
              <a:extLst>
                <a:ext uri="{FF2B5EF4-FFF2-40B4-BE49-F238E27FC236}">
                  <a16:creationId xmlns:a16="http://schemas.microsoft.com/office/drawing/2014/main" id="{61FCF319-4751-1C5D-231B-61F9C5B40BA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9" name="CasellaDiTesto 258">
              <a:extLst>
                <a:ext uri="{FF2B5EF4-FFF2-40B4-BE49-F238E27FC236}">
                  <a16:creationId xmlns:a16="http://schemas.microsoft.com/office/drawing/2014/main" id="{9642F0E8-4FB1-AB70-AED4-13119583864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RCM3 185 Cm</a:t>
              </a:r>
            </a:p>
          </p:txBody>
        </p:sp>
        <p:grpSp>
          <p:nvGrpSpPr>
            <p:cNvPr id="260" name="Gruppo 259">
              <a:extLst>
                <a:ext uri="{FF2B5EF4-FFF2-40B4-BE49-F238E27FC236}">
                  <a16:creationId xmlns:a16="http://schemas.microsoft.com/office/drawing/2014/main" id="{DD48083B-F53B-C0C5-F88D-623405BAB41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64" name="Ovale 263">
                <a:extLst>
                  <a:ext uri="{FF2B5EF4-FFF2-40B4-BE49-F238E27FC236}">
                    <a16:creationId xmlns:a16="http://schemas.microsoft.com/office/drawing/2014/main" id="{9B55DCD5-B5C4-C05E-F5CF-7F1D3773D4A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5" name="CasellaDiTesto 264">
                <a:extLst>
                  <a:ext uri="{FF2B5EF4-FFF2-40B4-BE49-F238E27FC236}">
                    <a16:creationId xmlns:a16="http://schemas.microsoft.com/office/drawing/2014/main" id="{83F2E29A-BF57-467D-4506-2CBAFF2CF1C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25</a:t>
                </a:r>
              </a:p>
            </p:txBody>
          </p:sp>
        </p:grpSp>
        <p:grpSp>
          <p:nvGrpSpPr>
            <p:cNvPr id="261" name="Gruppo 260">
              <a:extLst>
                <a:ext uri="{FF2B5EF4-FFF2-40B4-BE49-F238E27FC236}">
                  <a16:creationId xmlns:a16="http://schemas.microsoft.com/office/drawing/2014/main" id="{68385640-49DB-DC00-9EEE-6DE1749D656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62" name="Ovale 261">
                <a:extLst>
                  <a:ext uri="{FF2B5EF4-FFF2-40B4-BE49-F238E27FC236}">
                    <a16:creationId xmlns:a16="http://schemas.microsoft.com/office/drawing/2014/main" id="{03892F0B-C0C4-A021-1FF6-8347494E42C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3" name="CasellaDiTesto 262">
                <a:extLst>
                  <a:ext uri="{FF2B5EF4-FFF2-40B4-BE49-F238E27FC236}">
                    <a16:creationId xmlns:a16="http://schemas.microsoft.com/office/drawing/2014/main" id="{0924A9E9-E11F-8A6E-B2D9-60E92DAD8A3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66" name="Picture 2">
            <a:extLst>
              <a:ext uri="{FF2B5EF4-FFF2-40B4-BE49-F238E27FC236}">
                <a16:creationId xmlns:a16="http://schemas.microsoft.com/office/drawing/2014/main" id="{70334D15-F548-0D40-B040-D581C2D6A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053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4">
            <a:extLst>
              <a:ext uri="{FF2B5EF4-FFF2-40B4-BE49-F238E27FC236}">
                <a16:creationId xmlns:a16="http://schemas.microsoft.com/office/drawing/2014/main" id="{9A8F2881-2694-D2BF-1398-8AF4FC158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296" y="1594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6">
            <a:extLst>
              <a:ext uri="{FF2B5EF4-FFF2-40B4-BE49-F238E27FC236}">
                <a16:creationId xmlns:a16="http://schemas.microsoft.com/office/drawing/2014/main" id="{7B12FBC0-DBCA-A171-0626-199D6304D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658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Picture 14">
            <a:extLst>
              <a:ext uri="{FF2B5EF4-FFF2-40B4-BE49-F238E27FC236}">
                <a16:creationId xmlns:a16="http://schemas.microsoft.com/office/drawing/2014/main" id="{5CD7F246-0B7F-B4E0-25C8-5A5EBED02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624" y="2529016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Picture 18">
            <a:extLst>
              <a:ext uri="{FF2B5EF4-FFF2-40B4-BE49-F238E27FC236}">
                <a16:creationId xmlns:a16="http://schemas.microsoft.com/office/drawing/2014/main" id="{24D86205-D757-A54D-FA70-13CC6121E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764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Picture 20">
            <a:extLst>
              <a:ext uri="{FF2B5EF4-FFF2-40B4-BE49-F238E27FC236}">
                <a16:creationId xmlns:a16="http://schemas.microsoft.com/office/drawing/2014/main" id="{09B0A235-B51A-003B-4EAF-13EFCBB4D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342" y="12717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Picture 22">
            <a:extLst>
              <a:ext uri="{FF2B5EF4-FFF2-40B4-BE49-F238E27FC236}">
                <a16:creationId xmlns:a16="http://schemas.microsoft.com/office/drawing/2014/main" id="{85B8B65E-96B8-B49D-64CB-B93DE12A8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829" y="2529016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6" name="Gruppo 285">
            <a:extLst>
              <a:ext uri="{FF2B5EF4-FFF2-40B4-BE49-F238E27FC236}">
                <a16:creationId xmlns:a16="http://schemas.microsoft.com/office/drawing/2014/main" id="{482548AC-D05A-C1F7-0175-4C487810F187}"/>
              </a:ext>
            </a:extLst>
          </p:cNvPr>
          <p:cNvGrpSpPr/>
          <p:nvPr/>
        </p:nvGrpSpPr>
        <p:grpSpPr>
          <a:xfrm>
            <a:off x="2965645" y="2185935"/>
            <a:ext cx="1460066" cy="222843"/>
            <a:chOff x="3923267" y="734293"/>
            <a:chExt cx="1460066" cy="222843"/>
          </a:xfrm>
        </p:grpSpPr>
        <p:sp>
          <p:nvSpPr>
            <p:cNvPr id="287" name="Rettangolo con due angoli in diagonale arrotondati 286">
              <a:extLst>
                <a:ext uri="{FF2B5EF4-FFF2-40B4-BE49-F238E27FC236}">
                  <a16:creationId xmlns:a16="http://schemas.microsoft.com/office/drawing/2014/main" id="{9412971A-C9FC-FF7A-CD37-7475E7441796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88" name="CasellaDiTesto 287">
              <a:extLst>
                <a:ext uri="{FF2B5EF4-FFF2-40B4-BE49-F238E27FC236}">
                  <a16:creationId xmlns:a16="http://schemas.microsoft.com/office/drawing/2014/main" id="{FFEEF247-D1C9-782E-2E03-7F54A264B77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RCB3 184 Cm</a:t>
              </a:r>
            </a:p>
          </p:txBody>
        </p:sp>
        <p:grpSp>
          <p:nvGrpSpPr>
            <p:cNvPr id="289" name="Gruppo 288">
              <a:extLst>
                <a:ext uri="{FF2B5EF4-FFF2-40B4-BE49-F238E27FC236}">
                  <a16:creationId xmlns:a16="http://schemas.microsoft.com/office/drawing/2014/main" id="{68E9AE60-1DDC-D71F-3CD9-99D31891FCA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93" name="Ovale 292">
                <a:extLst>
                  <a:ext uri="{FF2B5EF4-FFF2-40B4-BE49-F238E27FC236}">
                    <a16:creationId xmlns:a16="http://schemas.microsoft.com/office/drawing/2014/main" id="{7418426F-4F07-7456-3FC6-B5EA71C58C3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4" name="CasellaDiTesto 293">
                <a:extLst>
                  <a:ext uri="{FF2B5EF4-FFF2-40B4-BE49-F238E27FC236}">
                    <a16:creationId xmlns:a16="http://schemas.microsoft.com/office/drawing/2014/main" id="{0F890978-4CDB-68E1-F2E2-ED6A0171742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6</a:t>
                </a:r>
              </a:p>
            </p:txBody>
          </p:sp>
        </p:grpSp>
        <p:grpSp>
          <p:nvGrpSpPr>
            <p:cNvPr id="290" name="Gruppo 289">
              <a:extLst>
                <a:ext uri="{FF2B5EF4-FFF2-40B4-BE49-F238E27FC236}">
                  <a16:creationId xmlns:a16="http://schemas.microsoft.com/office/drawing/2014/main" id="{4A6FE364-816D-AC86-0C05-61C07E1E18B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91" name="Ovale 290">
                <a:extLst>
                  <a:ext uri="{FF2B5EF4-FFF2-40B4-BE49-F238E27FC236}">
                    <a16:creationId xmlns:a16="http://schemas.microsoft.com/office/drawing/2014/main" id="{1E6470B9-C990-D7C5-E784-530E03116D6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2" name="CasellaDiTesto 291">
                <a:extLst>
                  <a:ext uri="{FF2B5EF4-FFF2-40B4-BE49-F238E27FC236}">
                    <a16:creationId xmlns:a16="http://schemas.microsoft.com/office/drawing/2014/main" id="{3553F151-5791-637A-8CBE-E4683F6E1D5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04" name="Gruppo 303">
            <a:extLst>
              <a:ext uri="{FF2B5EF4-FFF2-40B4-BE49-F238E27FC236}">
                <a16:creationId xmlns:a16="http://schemas.microsoft.com/office/drawing/2014/main" id="{E9F5872C-7EF8-62A0-C0D6-50E4D6B24D10}"/>
              </a:ext>
            </a:extLst>
          </p:cNvPr>
          <p:cNvGrpSpPr/>
          <p:nvPr/>
        </p:nvGrpSpPr>
        <p:grpSpPr>
          <a:xfrm>
            <a:off x="4720580" y="2176603"/>
            <a:ext cx="1460066" cy="222843"/>
            <a:chOff x="3923267" y="734293"/>
            <a:chExt cx="1460066" cy="222843"/>
          </a:xfrm>
        </p:grpSpPr>
        <p:sp>
          <p:nvSpPr>
            <p:cNvPr id="305" name="Rettangolo con due angoli in diagonale arrotondati 304">
              <a:extLst>
                <a:ext uri="{FF2B5EF4-FFF2-40B4-BE49-F238E27FC236}">
                  <a16:creationId xmlns:a16="http://schemas.microsoft.com/office/drawing/2014/main" id="{35C2EFA7-7B40-3464-0378-42D99697344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06" name="CasellaDiTesto 305">
              <a:extLst>
                <a:ext uri="{FF2B5EF4-FFF2-40B4-BE49-F238E27FC236}">
                  <a16:creationId xmlns:a16="http://schemas.microsoft.com/office/drawing/2014/main" id="{848A1C9D-3171-EC77-65B6-BAB8B27AEEC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LCB3 194 Cm</a:t>
              </a:r>
            </a:p>
          </p:txBody>
        </p:sp>
        <p:grpSp>
          <p:nvGrpSpPr>
            <p:cNvPr id="307" name="Gruppo 306">
              <a:extLst>
                <a:ext uri="{FF2B5EF4-FFF2-40B4-BE49-F238E27FC236}">
                  <a16:creationId xmlns:a16="http://schemas.microsoft.com/office/drawing/2014/main" id="{A5C1A5B5-5280-FD49-5852-E04BAC44816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11" name="Ovale 310">
                <a:extLst>
                  <a:ext uri="{FF2B5EF4-FFF2-40B4-BE49-F238E27FC236}">
                    <a16:creationId xmlns:a16="http://schemas.microsoft.com/office/drawing/2014/main" id="{9F3F92BD-F2D3-AF82-C551-CDE0B5A0CF1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2" name="CasellaDiTesto 311">
                <a:extLst>
                  <a:ext uri="{FF2B5EF4-FFF2-40B4-BE49-F238E27FC236}">
                    <a16:creationId xmlns:a16="http://schemas.microsoft.com/office/drawing/2014/main" id="{3ED19EDE-0FAC-0CCA-F869-BA7C1ACF4DD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12</a:t>
                </a:r>
              </a:p>
            </p:txBody>
          </p:sp>
        </p:grpSp>
        <p:grpSp>
          <p:nvGrpSpPr>
            <p:cNvPr id="308" name="Gruppo 307">
              <a:extLst>
                <a:ext uri="{FF2B5EF4-FFF2-40B4-BE49-F238E27FC236}">
                  <a16:creationId xmlns:a16="http://schemas.microsoft.com/office/drawing/2014/main" id="{04FD7579-BF71-7175-40F1-D5C6C727D41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09" name="Ovale 308">
                <a:extLst>
                  <a:ext uri="{FF2B5EF4-FFF2-40B4-BE49-F238E27FC236}">
                    <a16:creationId xmlns:a16="http://schemas.microsoft.com/office/drawing/2014/main" id="{9CC03B00-A47E-0F9A-5964-12CACCA56A7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0" name="CasellaDiTesto 309">
                <a:extLst>
                  <a:ext uri="{FF2B5EF4-FFF2-40B4-BE49-F238E27FC236}">
                    <a16:creationId xmlns:a16="http://schemas.microsoft.com/office/drawing/2014/main" id="{BCC82F18-94B6-CA68-64C5-9484F9D05CB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22" name="Gruppo 321">
            <a:extLst>
              <a:ext uri="{FF2B5EF4-FFF2-40B4-BE49-F238E27FC236}">
                <a16:creationId xmlns:a16="http://schemas.microsoft.com/office/drawing/2014/main" id="{9C2AF723-324D-B4DE-8FF3-11592EC4DF0C}"/>
              </a:ext>
            </a:extLst>
          </p:cNvPr>
          <p:cNvGrpSpPr/>
          <p:nvPr/>
        </p:nvGrpSpPr>
        <p:grpSpPr>
          <a:xfrm>
            <a:off x="1262473" y="2198528"/>
            <a:ext cx="1460066" cy="222843"/>
            <a:chOff x="3923267" y="734293"/>
            <a:chExt cx="1460066" cy="222843"/>
          </a:xfrm>
        </p:grpSpPr>
        <p:sp>
          <p:nvSpPr>
            <p:cNvPr id="323" name="Rettangolo con due angoli in diagonale arrotondati 322">
              <a:extLst>
                <a:ext uri="{FF2B5EF4-FFF2-40B4-BE49-F238E27FC236}">
                  <a16:creationId xmlns:a16="http://schemas.microsoft.com/office/drawing/2014/main" id="{C95E2D13-1E04-0C8E-9DD9-60F8EC51FE0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24" name="CasellaDiTesto 323">
              <a:extLst>
                <a:ext uri="{FF2B5EF4-FFF2-40B4-BE49-F238E27FC236}">
                  <a16:creationId xmlns:a16="http://schemas.microsoft.com/office/drawing/2014/main" id="{67227CF0-7FB5-9473-0626-8D43B558F3A5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RFB3 185 Cm</a:t>
              </a:r>
            </a:p>
          </p:txBody>
        </p:sp>
        <p:grpSp>
          <p:nvGrpSpPr>
            <p:cNvPr id="325" name="Gruppo 324">
              <a:extLst>
                <a:ext uri="{FF2B5EF4-FFF2-40B4-BE49-F238E27FC236}">
                  <a16:creationId xmlns:a16="http://schemas.microsoft.com/office/drawing/2014/main" id="{AB9D3310-F6B1-498D-B994-A1FC4B4C45A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29" name="Ovale 328">
                <a:extLst>
                  <a:ext uri="{FF2B5EF4-FFF2-40B4-BE49-F238E27FC236}">
                    <a16:creationId xmlns:a16="http://schemas.microsoft.com/office/drawing/2014/main" id="{7F6EE391-CACE-4E4E-2051-BC9346815B6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0" name="CasellaDiTesto 329">
                <a:extLst>
                  <a:ext uri="{FF2B5EF4-FFF2-40B4-BE49-F238E27FC236}">
                    <a16:creationId xmlns:a16="http://schemas.microsoft.com/office/drawing/2014/main" id="{C32C40FD-9C60-80F0-3FA0-4D4FE8EABA0C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15</a:t>
                </a:r>
              </a:p>
            </p:txBody>
          </p:sp>
        </p:grpSp>
        <p:grpSp>
          <p:nvGrpSpPr>
            <p:cNvPr id="326" name="Gruppo 325">
              <a:extLst>
                <a:ext uri="{FF2B5EF4-FFF2-40B4-BE49-F238E27FC236}">
                  <a16:creationId xmlns:a16="http://schemas.microsoft.com/office/drawing/2014/main" id="{5C0284FE-F5CB-E990-8412-913ADACB8EB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27" name="Ovale 326">
                <a:extLst>
                  <a:ext uri="{FF2B5EF4-FFF2-40B4-BE49-F238E27FC236}">
                    <a16:creationId xmlns:a16="http://schemas.microsoft.com/office/drawing/2014/main" id="{5DAEE85D-9AC5-36EE-FA26-FF96FDC2B7E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28" name="CasellaDiTesto 327">
                <a:extLst>
                  <a:ext uri="{FF2B5EF4-FFF2-40B4-BE49-F238E27FC236}">
                    <a16:creationId xmlns:a16="http://schemas.microsoft.com/office/drawing/2014/main" id="{9E6231F7-AA14-8023-F055-7BC56FD5E73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31" name="Gruppo 330">
            <a:extLst>
              <a:ext uri="{FF2B5EF4-FFF2-40B4-BE49-F238E27FC236}">
                <a16:creationId xmlns:a16="http://schemas.microsoft.com/office/drawing/2014/main" id="{CAEBDF84-1DFE-A5CA-F19B-47C64F2506BF}"/>
              </a:ext>
            </a:extLst>
          </p:cNvPr>
          <p:cNvGrpSpPr/>
          <p:nvPr/>
        </p:nvGrpSpPr>
        <p:grpSpPr>
          <a:xfrm>
            <a:off x="6481023" y="2179655"/>
            <a:ext cx="1460066" cy="222843"/>
            <a:chOff x="3923267" y="734293"/>
            <a:chExt cx="1460066" cy="222843"/>
          </a:xfrm>
        </p:grpSpPr>
        <p:sp>
          <p:nvSpPr>
            <p:cNvPr id="332" name="Rettangolo con due angoli in diagonale arrotondati 331">
              <a:extLst>
                <a:ext uri="{FF2B5EF4-FFF2-40B4-BE49-F238E27FC236}">
                  <a16:creationId xmlns:a16="http://schemas.microsoft.com/office/drawing/2014/main" id="{20902B0C-D8EF-ED94-54B7-48F0CF44D3B9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3" name="CasellaDiTesto 332">
              <a:extLst>
                <a:ext uri="{FF2B5EF4-FFF2-40B4-BE49-F238E27FC236}">
                  <a16:creationId xmlns:a16="http://schemas.microsoft.com/office/drawing/2014/main" id="{FCCC8C6B-6DE0-FD0E-8103-3AFEFA42FCB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LFB3 185 Cm</a:t>
              </a:r>
            </a:p>
          </p:txBody>
        </p:sp>
        <p:grpSp>
          <p:nvGrpSpPr>
            <p:cNvPr id="334" name="Gruppo 333">
              <a:extLst>
                <a:ext uri="{FF2B5EF4-FFF2-40B4-BE49-F238E27FC236}">
                  <a16:creationId xmlns:a16="http://schemas.microsoft.com/office/drawing/2014/main" id="{25B94E21-258B-F5FE-7236-4026E2B8439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38" name="Ovale 337">
                <a:extLst>
                  <a:ext uri="{FF2B5EF4-FFF2-40B4-BE49-F238E27FC236}">
                    <a16:creationId xmlns:a16="http://schemas.microsoft.com/office/drawing/2014/main" id="{4185B351-3823-82F4-076C-601A7EA8A10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9" name="CasellaDiTesto 338">
                <a:extLst>
                  <a:ext uri="{FF2B5EF4-FFF2-40B4-BE49-F238E27FC236}">
                    <a16:creationId xmlns:a16="http://schemas.microsoft.com/office/drawing/2014/main" id="{1BD7B855-D365-3AB5-3BEB-0BAA537E1A6C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18</a:t>
                </a:r>
              </a:p>
            </p:txBody>
          </p:sp>
        </p:grpSp>
        <p:grpSp>
          <p:nvGrpSpPr>
            <p:cNvPr id="335" name="Gruppo 334">
              <a:extLst>
                <a:ext uri="{FF2B5EF4-FFF2-40B4-BE49-F238E27FC236}">
                  <a16:creationId xmlns:a16="http://schemas.microsoft.com/office/drawing/2014/main" id="{FAC49D31-0DDF-13DC-D7BC-FA1A40698C8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36" name="Ovale 335">
                <a:extLst>
                  <a:ext uri="{FF2B5EF4-FFF2-40B4-BE49-F238E27FC236}">
                    <a16:creationId xmlns:a16="http://schemas.microsoft.com/office/drawing/2014/main" id="{2551E2B5-06F4-89ED-EA1B-BA74D5E46DE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7" name="CasellaDiTesto 336">
                <a:extLst>
                  <a:ext uri="{FF2B5EF4-FFF2-40B4-BE49-F238E27FC236}">
                    <a16:creationId xmlns:a16="http://schemas.microsoft.com/office/drawing/2014/main" id="{28EF01F9-C70F-CCE8-CF3C-73633A3A890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40" name="Gruppo 339">
            <a:extLst>
              <a:ext uri="{FF2B5EF4-FFF2-40B4-BE49-F238E27FC236}">
                <a16:creationId xmlns:a16="http://schemas.microsoft.com/office/drawing/2014/main" id="{C6482ED0-F30E-6A9F-3D63-8EF61DED625F}"/>
              </a:ext>
            </a:extLst>
          </p:cNvPr>
          <p:cNvGrpSpPr/>
          <p:nvPr/>
        </p:nvGrpSpPr>
        <p:grpSpPr>
          <a:xfrm>
            <a:off x="2343880" y="3654843"/>
            <a:ext cx="1460066" cy="222843"/>
            <a:chOff x="3923267" y="734293"/>
            <a:chExt cx="1460066" cy="222843"/>
          </a:xfrm>
        </p:grpSpPr>
        <p:sp>
          <p:nvSpPr>
            <p:cNvPr id="341" name="Rettangolo con due angoli in diagonale arrotondati 340">
              <a:extLst>
                <a:ext uri="{FF2B5EF4-FFF2-40B4-BE49-F238E27FC236}">
                  <a16:creationId xmlns:a16="http://schemas.microsoft.com/office/drawing/2014/main" id="{B9E7A21C-588E-4D95-730D-669EAA05C7B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42" name="CasellaDiTesto 341">
              <a:extLst>
                <a:ext uri="{FF2B5EF4-FFF2-40B4-BE49-F238E27FC236}">
                  <a16:creationId xmlns:a16="http://schemas.microsoft.com/office/drawing/2014/main" id="{7311DA52-F728-1DB4-8D9F-7C0952F523F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RCM4 185 Cm</a:t>
              </a:r>
            </a:p>
          </p:txBody>
        </p:sp>
        <p:grpSp>
          <p:nvGrpSpPr>
            <p:cNvPr id="343" name="Gruppo 342">
              <a:extLst>
                <a:ext uri="{FF2B5EF4-FFF2-40B4-BE49-F238E27FC236}">
                  <a16:creationId xmlns:a16="http://schemas.microsoft.com/office/drawing/2014/main" id="{047800BB-D0E6-CD45-1906-B62B915B9C8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47" name="Ovale 346">
                <a:extLst>
                  <a:ext uri="{FF2B5EF4-FFF2-40B4-BE49-F238E27FC236}">
                    <a16:creationId xmlns:a16="http://schemas.microsoft.com/office/drawing/2014/main" id="{455F764C-7B89-B035-EE0F-A3383A96DD6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8" name="CasellaDiTesto 347">
                <a:extLst>
                  <a:ext uri="{FF2B5EF4-FFF2-40B4-BE49-F238E27FC236}">
                    <a16:creationId xmlns:a16="http://schemas.microsoft.com/office/drawing/2014/main" id="{5FEE1E94-1428-C1CF-82A7-A7FB62D09A5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26</a:t>
                </a:r>
              </a:p>
            </p:txBody>
          </p:sp>
        </p:grpSp>
        <p:grpSp>
          <p:nvGrpSpPr>
            <p:cNvPr id="344" name="Gruppo 343">
              <a:extLst>
                <a:ext uri="{FF2B5EF4-FFF2-40B4-BE49-F238E27FC236}">
                  <a16:creationId xmlns:a16="http://schemas.microsoft.com/office/drawing/2014/main" id="{AB6996DF-91E3-6121-9938-8F414537B0E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45" name="Ovale 344">
                <a:extLst>
                  <a:ext uri="{FF2B5EF4-FFF2-40B4-BE49-F238E27FC236}">
                    <a16:creationId xmlns:a16="http://schemas.microsoft.com/office/drawing/2014/main" id="{20D58087-A6F3-632F-C68B-92603D50717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6" name="CasellaDiTesto 345">
                <a:extLst>
                  <a:ext uri="{FF2B5EF4-FFF2-40B4-BE49-F238E27FC236}">
                    <a16:creationId xmlns:a16="http://schemas.microsoft.com/office/drawing/2014/main" id="{41B4DD67-6B4B-1A3B-1036-3B6C7FE59F6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69" name="Picture 8">
            <a:extLst>
              <a:ext uri="{FF2B5EF4-FFF2-40B4-BE49-F238E27FC236}">
                <a16:creationId xmlns:a16="http://schemas.microsoft.com/office/drawing/2014/main" id="{49B150F1-6723-3587-C46C-3F24CE87B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970" y="392481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9" name="Gruppo 348">
            <a:extLst>
              <a:ext uri="{FF2B5EF4-FFF2-40B4-BE49-F238E27FC236}">
                <a16:creationId xmlns:a16="http://schemas.microsoft.com/office/drawing/2014/main" id="{A3DEAA51-4E5F-BE1C-307B-A6507B47EBA4}"/>
              </a:ext>
            </a:extLst>
          </p:cNvPr>
          <p:cNvGrpSpPr/>
          <p:nvPr/>
        </p:nvGrpSpPr>
        <p:grpSpPr>
          <a:xfrm>
            <a:off x="5325600" y="3654843"/>
            <a:ext cx="1460066" cy="222843"/>
            <a:chOff x="3923267" y="734293"/>
            <a:chExt cx="1460066" cy="222843"/>
          </a:xfrm>
        </p:grpSpPr>
        <p:sp>
          <p:nvSpPr>
            <p:cNvPr id="350" name="Rettangolo con due angoli in diagonale arrotondati 349">
              <a:extLst>
                <a:ext uri="{FF2B5EF4-FFF2-40B4-BE49-F238E27FC236}">
                  <a16:creationId xmlns:a16="http://schemas.microsoft.com/office/drawing/2014/main" id="{1E6268A9-D9F9-43D9-34CF-5A4D861441B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51" name="CasellaDiTesto 350">
              <a:extLst>
                <a:ext uri="{FF2B5EF4-FFF2-40B4-BE49-F238E27FC236}">
                  <a16:creationId xmlns:a16="http://schemas.microsoft.com/office/drawing/2014/main" id="{EADDF22B-CEB9-CB22-94B6-161D2F1C9215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LCM4 186 Cm</a:t>
              </a:r>
            </a:p>
          </p:txBody>
        </p:sp>
        <p:grpSp>
          <p:nvGrpSpPr>
            <p:cNvPr id="352" name="Gruppo 351">
              <a:extLst>
                <a:ext uri="{FF2B5EF4-FFF2-40B4-BE49-F238E27FC236}">
                  <a16:creationId xmlns:a16="http://schemas.microsoft.com/office/drawing/2014/main" id="{E5119470-FDC7-180E-EBD6-F57C40F37AC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56" name="Ovale 355">
                <a:extLst>
                  <a:ext uri="{FF2B5EF4-FFF2-40B4-BE49-F238E27FC236}">
                    <a16:creationId xmlns:a16="http://schemas.microsoft.com/office/drawing/2014/main" id="{3074070B-A507-245F-5FA3-4DFAB70857D9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7" name="CasellaDiTesto 356">
                <a:extLst>
                  <a:ext uri="{FF2B5EF4-FFF2-40B4-BE49-F238E27FC236}">
                    <a16:creationId xmlns:a16="http://schemas.microsoft.com/office/drawing/2014/main" id="{ECBAD054-2ACA-724C-3CD2-116101EA957C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30</a:t>
                </a:r>
              </a:p>
            </p:txBody>
          </p:sp>
        </p:grpSp>
        <p:grpSp>
          <p:nvGrpSpPr>
            <p:cNvPr id="353" name="Gruppo 352">
              <a:extLst>
                <a:ext uri="{FF2B5EF4-FFF2-40B4-BE49-F238E27FC236}">
                  <a16:creationId xmlns:a16="http://schemas.microsoft.com/office/drawing/2014/main" id="{D89DF91D-E075-2DE2-6E50-8CBF5D422E1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54" name="Ovale 353">
                <a:extLst>
                  <a:ext uri="{FF2B5EF4-FFF2-40B4-BE49-F238E27FC236}">
                    <a16:creationId xmlns:a16="http://schemas.microsoft.com/office/drawing/2014/main" id="{F795AE29-447F-3521-FA09-AAB5FF3748B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5" name="CasellaDiTesto 354">
                <a:extLst>
                  <a:ext uri="{FF2B5EF4-FFF2-40B4-BE49-F238E27FC236}">
                    <a16:creationId xmlns:a16="http://schemas.microsoft.com/office/drawing/2014/main" id="{31CCA462-A5B1-3B82-92CA-107D9F3E5B59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58" name="Gruppo 357">
            <a:extLst>
              <a:ext uri="{FF2B5EF4-FFF2-40B4-BE49-F238E27FC236}">
                <a16:creationId xmlns:a16="http://schemas.microsoft.com/office/drawing/2014/main" id="{8A2A21F3-D33D-CF3A-BD5B-7CF5470DCDCF}"/>
              </a:ext>
            </a:extLst>
          </p:cNvPr>
          <p:cNvGrpSpPr/>
          <p:nvPr/>
        </p:nvGrpSpPr>
        <p:grpSpPr>
          <a:xfrm>
            <a:off x="6280993" y="4540312"/>
            <a:ext cx="1460066" cy="222843"/>
            <a:chOff x="3923267" y="734293"/>
            <a:chExt cx="1460066" cy="222843"/>
          </a:xfrm>
        </p:grpSpPr>
        <p:sp>
          <p:nvSpPr>
            <p:cNvPr id="359" name="Rettangolo con due angoli in diagonale arrotondati 358">
              <a:extLst>
                <a:ext uri="{FF2B5EF4-FFF2-40B4-BE49-F238E27FC236}">
                  <a16:creationId xmlns:a16="http://schemas.microsoft.com/office/drawing/2014/main" id="{665637B7-9AD0-A450-A65C-ACF6AD2B531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60" name="CasellaDiTesto 359">
              <a:extLst>
                <a:ext uri="{FF2B5EF4-FFF2-40B4-BE49-F238E27FC236}">
                  <a16:creationId xmlns:a16="http://schemas.microsoft.com/office/drawing/2014/main" id="{F37457E4-D567-C92D-4A07-EB4033CD142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LW3 184 Cm</a:t>
              </a:r>
            </a:p>
          </p:txBody>
        </p:sp>
        <p:grpSp>
          <p:nvGrpSpPr>
            <p:cNvPr id="361" name="Gruppo 360">
              <a:extLst>
                <a:ext uri="{FF2B5EF4-FFF2-40B4-BE49-F238E27FC236}">
                  <a16:creationId xmlns:a16="http://schemas.microsoft.com/office/drawing/2014/main" id="{BFEDE81D-CA3A-0462-7FE9-21CD19173692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65" name="Ovale 364">
                <a:extLst>
                  <a:ext uri="{FF2B5EF4-FFF2-40B4-BE49-F238E27FC236}">
                    <a16:creationId xmlns:a16="http://schemas.microsoft.com/office/drawing/2014/main" id="{6ACBE0D7-04AA-7BF4-DD6C-2BF9A301ACC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66" name="CasellaDiTesto 365">
                <a:extLst>
                  <a:ext uri="{FF2B5EF4-FFF2-40B4-BE49-F238E27FC236}">
                    <a16:creationId xmlns:a16="http://schemas.microsoft.com/office/drawing/2014/main" id="{55EFAD6F-2F46-1462-DA8F-47F910A2D61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362" name="Gruppo 361">
              <a:extLst>
                <a:ext uri="{FF2B5EF4-FFF2-40B4-BE49-F238E27FC236}">
                  <a16:creationId xmlns:a16="http://schemas.microsoft.com/office/drawing/2014/main" id="{C9703E35-7036-E968-20F9-81F8EDD9A1A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3" name="Ovale 362">
                <a:extLst>
                  <a:ext uri="{FF2B5EF4-FFF2-40B4-BE49-F238E27FC236}">
                    <a16:creationId xmlns:a16="http://schemas.microsoft.com/office/drawing/2014/main" id="{1321A090-0D55-210B-718E-E325064F078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64" name="CasellaDiTesto 363">
                <a:extLst>
                  <a:ext uri="{FF2B5EF4-FFF2-40B4-BE49-F238E27FC236}">
                    <a16:creationId xmlns:a16="http://schemas.microsoft.com/office/drawing/2014/main" id="{BA6F0607-9117-64D5-F5B0-F8985759B1D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48" name="Gruppo 147">
            <a:extLst>
              <a:ext uri="{FF2B5EF4-FFF2-40B4-BE49-F238E27FC236}">
                <a16:creationId xmlns:a16="http://schemas.microsoft.com/office/drawing/2014/main" id="{88C6A4FB-F379-8A23-B514-A1243972AE4E}"/>
              </a:ext>
            </a:extLst>
          </p:cNvPr>
          <p:cNvGrpSpPr/>
          <p:nvPr/>
        </p:nvGrpSpPr>
        <p:grpSpPr>
          <a:xfrm>
            <a:off x="3843914" y="2897995"/>
            <a:ext cx="1460066" cy="220379"/>
            <a:chOff x="3923267" y="734293"/>
            <a:chExt cx="1460066" cy="220379"/>
          </a:xfrm>
        </p:grpSpPr>
        <p:sp>
          <p:nvSpPr>
            <p:cNvPr id="149" name="Rettangolo con due angoli in diagonale arrotondati 148">
              <a:extLst>
                <a:ext uri="{FF2B5EF4-FFF2-40B4-BE49-F238E27FC236}">
                  <a16:creationId xmlns:a16="http://schemas.microsoft.com/office/drawing/2014/main" id="{89E2F09B-464E-CB0E-10D2-8830F5901CA8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50" name="CasellaDiTesto 149">
              <a:extLst>
                <a:ext uri="{FF2B5EF4-FFF2-40B4-BE49-F238E27FC236}">
                  <a16:creationId xmlns:a16="http://schemas.microsoft.com/office/drawing/2014/main" id="{C9369576-EEE7-F26F-3725-D1C895BDD56B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CM1 182 Cm</a:t>
              </a:r>
            </a:p>
          </p:txBody>
        </p:sp>
        <p:grpSp>
          <p:nvGrpSpPr>
            <p:cNvPr id="151" name="Gruppo 150">
              <a:extLst>
                <a:ext uri="{FF2B5EF4-FFF2-40B4-BE49-F238E27FC236}">
                  <a16:creationId xmlns:a16="http://schemas.microsoft.com/office/drawing/2014/main" id="{CF7F5800-96CB-FAD7-FB3C-DFB06D2D0667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55" name="Ovale 154">
                <a:extLst>
                  <a:ext uri="{FF2B5EF4-FFF2-40B4-BE49-F238E27FC236}">
                    <a16:creationId xmlns:a16="http://schemas.microsoft.com/office/drawing/2014/main" id="{E85579C6-F712-659F-340A-33AB385019E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56" name="CasellaDiTesto 155">
                <a:extLst>
                  <a:ext uri="{FF2B5EF4-FFF2-40B4-BE49-F238E27FC236}">
                    <a16:creationId xmlns:a16="http://schemas.microsoft.com/office/drawing/2014/main" id="{F87A7BBA-6A35-FB01-128C-31A0A76BBF7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19</a:t>
                </a:r>
              </a:p>
            </p:txBody>
          </p:sp>
        </p:grpSp>
        <p:grpSp>
          <p:nvGrpSpPr>
            <p:cNvPr id="152" name="Gruppo 151">
              <a:extLst>
                <a:ext uri="{FF2B5EF4-FFF2-40B4-BE49-F238E27FC236}">
                  <a16:creationId xmlns:a16="http://schemas.microsoft.com/office/drawing/2014/main" id="{34308925-3E46-2FF8-D46E-0CEF97B96B5A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53" name="Ovale 152">
                <a:extLst>
                  <a:ext uri="{FF2B5EF4-FFF2-40B4-BE49-F238E27FC236}">
                    <a16:creationId xmlns:a16="http://schemas.microsoft.com/office/drawing/2014/main" id="{DFE2CD3E-8ED3-F8A5-0237-BEDA2F5E8C0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54" name="CasellaDiTesto 153">
                <a:extLst>
                  <a:ext uri="{FF2B5EF4-FFF2-40B4-BE49-F238E27FC236}">
                    <a16:creationId xmlns:a16="http://schemas.microsoft.com/office/drawing/2014/main" id="{39A84E12-A0F2-5EF7-33E9-A14AB832F9D9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66" name="Gruppo 165">
            <a:extLst>
              <a:ext uri="{FF2B5EF4-FFF2-40B4-BE49-F238E27FC236}">
                <a16:creationId xmlns:a16="http://schemas.microsoft.com/office/drawing/2014/main" id="{454ACC7B-BD5A-EFF9-6987-17AFD2E12F0D}"/>
              </a:ext>
            </a:extLst>
          </p:cNvPr>
          <p:cNvGrpSpPr/>
          <p:nvPr/>
        </p:nvGrpSpPr>
        <p:grpSpPr>
          <a:xfrm>
            <a:off x="3843914" y="3087719"/>
            <a:ext cx="1460066" cy="222843"/>
            <a:chOff x="3923267" y="734293"/>
            <a:chExt cx="1460066" cy="222843"/>
          </a:xfrm>
        </p:grpSpPr>
        <p:sp>
          <p:nvSpPr>
            <p:cNvPr id="167" name="Rettangolo con due angoli in diagonale arrotondati 166">
              <a:extLst>
                <a:ext uri="{FF2B5EF4-FFF2-40B4-BE49-F238E27FC236}">
                  <a16:creationId xmlns:a16="http://schemas.microsoft.com/office/drawing/2014/main" id="{B2B9256C-B49A-3FF8-8989-663920AB67C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68" name="CasellaDiTesto 167">
              <a:extLst>
                <a:ext uri="{FF2B5EF4-FFF2-40B4-BE49-F238E27FC236}">
                  <a16:creationId xmlns:a16="http://schemas.microsoft.com/office/drawing/2014/main" id="{278D3E69-7F97-3D4A-3CA3-0BB16C20D96D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CM2 173 Cm</a:t>
              </a:r>
            </a:p>
          </p:txBody>
        </p:sp>
        <p:grpSp>
          <p:nvGrpSpPr>
            <p:cNvPr id="169" name="Gruppo 168">
              <a:extLst>
                <a:ext uri="{FF2B5EF4-FFF2-40B4-BE49-F238E27FC236}">
                  <a16:creationId xmlns:a16="http://schemas.microsoft.com/office/drawing/2014/main" id="{8DC0E4FC-ECF2-5D80-CADB-7770854ED142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73" name="Ovale 172">
                <a:extLst>
                  <a:ext uri="{FF2B5EF4-FFF2-40B4-BE49-F238E27FC236}">
                    <a16:creationId xmlns:a16="http://schemas.microsoft.com/office/drawing/2014/main" id="{12E9E756-6882-69B2-0896-E367AE25796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74" name="CasellaDiTesto 173">
                <a:extLst>
                  <a:ext uri="{FF2B5EF4-FFF2-40B4-BE49-F238E27FC236}">
                    <a16:creationId xmlns:a16="http://schemas.microsoft.com/office/drawing/2014/main" id="{C7B045BB-FEE0-066F-7501-5C5EC0332CC6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20</a:t>
                </a:r>
              </a:p>
            </p:txBody>
          </p:sp>
        </p:grpSp>
        <p:grpSp>
          <p:nvGrpSpPr>
            <p:cNvPr id="170" name="Gruppo 169">
              <a:extLst>
                <a:ext uri="{FF2B5EF4-FFF2-40B4-BE49-F238E27FC236}">
                  <a16:creationId xmlns:a16="http://schemas.microsoft.com/office/drawing/2014/main" id="{C22805A8-6B8E-8F94-F907-001EF6747D7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71" name="Ovale 170">
                <a:extLst>
                  <a:ext uri="{FF2B5EF4-FFF2-40B4-BE49-F238E27FC236}">
                    <a16:creationId xmlns:a16="http://schemas.microsoft.com/office/drawing/2014/main" id="{2D3DCAF3-A5CF-CF6F-6313-1DA80A56AAE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72" name="CasellaDiTesto 171">
                <a:extLst>
                  <a:ext uri="{FF2B5EF4-FFF2-40B4-BE49-F238E27FC236}">
                    <a16:creationId xmlns:a16="http://schemas.microsoft.com/office/drawing/2014/main" id="{DF1D33B9-640A-9CF3-329D-F205019A4AC8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70" name="Picture 10">
            <a:extLst>
              <a:ext uri="{FF2B5EF4-FFF2-40B4-BE49-F238E27FC236}">
                <a16:creationId xmlns:a16="http://schemas.microsoft.com/office/drawing/2014/main" id="{B8B14ABC-3361-BAA0-CA25-B06053789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900" y="237498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7" name="Gruppo 276">
            <a:extLst>
              <a:ext uri="{FF2B5EF4-FFF2-40B4-BE49-F238E27FC236}">
                <a16:creationId xmlns:a16="http://schemas.microsoft.com/office/drawing/2014/main" id="{095C656E-C27D-3D32-D1BB-043279E0626D}"/>
              </a:ext>
            </a:extLst>
          </p:cNvPr>
          <p:cNvGrpSpPr/>
          <p:nvPr/>
        </p:nvGrpSpPr>
        <p:grpSpPr>
          <a:xfrm>
            <a:off x="3843914" y="3279907"/>
            <a:ext cx="1460066" cy="222843"/>
            <a:chOff x="3923267" y="734293"/>
            <a:chExt cx="1460066" cy="222843"/>
          </a:xfrm>
        </p:grpSpPr>
        <p:sp>
          <p:nvSpPr>
            <p:cNvPr id="278" name="Rettangolo con due angoli in diagonale arrotondati 277">
              <a:extLst>
                <a:ext uri="{FF2B5EF4-FFF2-40B4-BE49-F238E27FC236}">
                  <a16:creationId xmlns:a16="http://schemas.microsoft.com/office/drawing/2014/main" id="{E5BF7CC6-0BD8-B52C-A6C2-263BD29883A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79" name="CasellaDiTesto 278">
              <a:extLst>
                <a:ext uri="{FF2B5EF4-FFF2-40B4-BE49-F238E27FC236}">
                  <a16:creationId xmlns:a16="http://schemas.microsoft.com/office/drawing/2014/main" id="{1BB8372A-49AC-0A6E-230A-6F4567A5F847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CM3 185 Cm</a:t>
              </a:r>
            </a:p>
          </p:txBody>
        </p:sp>
        <p:grpSp>
          <p:nvGrpSpPr>
            <p:cNvPr id="280" name="Gruppo 279">
              <a:extLst>
                <a:ext uri="{FF2B5EF4-FFF2-40B4-BE49-F238E27FC236}">
                  <a16:creationId xmlns:a16="http://schemas.microsoft.com/office/drawing/2014/main" id="{70A47878-9998-660F-1BAD-9E205744D57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84" name="Ovale 283">
                <a:extLst>
                  <a:ext uri="{FF2B5EF4-FFF2-40B4-BE49-F238E27FC236}">
                    <a16:creationId xmlns:a16="http://schemas.microsoft.com/office/drawing/2014/main" id="{6290A39A-39D3-2692-2198-585197BCA089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85" name="CasellaDiTesto 284">
                <a:extLst>
                  <a:ext uri="{FF2B5EF4-FFF2-40B4-BE49-F238E27FC236}">
                    <a16:creationId xmlns:a16="http://schemas.microsoft.com/office/drawing/2014/main" id="{49F355F5-639B-EC86-324A-EED129FC2E7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21</a:t>
                </a:r>
              </a:p>
            </p:txBody>
          </p:sp>
        </p:grpSp>
        <p:grpSp>
          <p:nvGrpSpPr>
            <p:cNvPr id="281" name="Gruppo 280">
              <a:extLst>
                <a:ext uri="{FF2B5EF4-FFF2-40B4-BE49-F238E27FC236}">
                  <a16:creationId xmlns:a16="http://schemas.microsoft.com/office/drawing/2014/main" id="{0FF44EEB-4B9D-8C56-8FE4-C1D0B90C182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82" name="Ovale 281">
                <a:extLst>
                  <a:ext uri="{FF2B5EF4-FFF2-40B4-BE49-F238E27FC236}">
                    <a16:creationId xmlns:a16="http://schemas.microsoft.com/office/drawing/2014/main" id="{234C3753-BA38-7FE0-11E8-2DBB6377C5A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83" name="CasellaDiTesto 282">
                <a:extLst>
                  <a:ext uri="{FF2B5EF4-FFF2-40B4-BE49-F238E27FC236}">
                    <a16:creationId xmlns:a16="http://schemas.microsoft.com/office/drawing/2014/main" id="{B0CDCEA8-BC5A-4A1B-0370-CBC0D8F48F5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13" name="Gruppo 312">
            <a:extLst>
              <a:ext uri="{FF2B5EF4-FFF2-40B4-BE49-F238E27FC236}">
                <a16:creationId xmlns:a16="http://schemas.microsoft.com/office/drawing/2014/main" id="{57DA47D1-CD8D-E2B7-BFEA-5651F2EC99AB}"/>
              </a:ext>
            </a:extLst>
          </p:cNvPr>
          <p:cNvGrpSpPr/>
          <p:nvPr/>
        </p:nvGrpSpPr>
        <p:grpSpPr>
          <a:xfrm>
            <a:off x="3843914" y="3472094"/>
            <a:ext cx="1460066" cy="222843"/>
            <a:chOff x="3923267" y="734293"/>
            <a:chExt cx="1460066" cy="222843"/>
          </a:xfrm>
        </p:grpSpPr>
        <p:sp>
          <p:nvSpPr>
            <p:cNvPr id="314" name="Rettangolo con due angoli in diagonale arrotondati 313">
              <a:extLst>
                <a:ext uri="{FF2B5EF4-FFF2-40B4-BE49-F238E27FC236}">
                  <a16:creationId xmlns:a16="http://schemas.microsoft.com/office/drawing/2014/main" id="{D8A74493-E37A-AA14-294E-D6007ADB27C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15" name="CasellaDiTesto 314">
              <a:extLst>
                <a:ext uri="{FF2B5EF4-FFF2-40B4-BE49-F238E27FC236}">
                  <a16:creationId xmlns:a16="http://schemas.microsoft.com/office/drawing/2014/main" id="{9CC47B36-DECD-0089-168C-89CE05CE1A11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CM4 185 Cm</a:t>
              </a:r>
            </a:p>
          </p:txBody>
        </p:sp>
        <p:grpSp>
          <p:nvGrpSpPr>
            <p:cNvPr id="316" name="Gruppo 315">
              <a:extLst>
                <a:ext uri="{FF2B5EF4-FFF2-40B4-BE49-F238E27FC236}">
                  <a16:creationId xmlns:a16="http://schemas.microsoft.com/office/drawing/2014/main" id="{190A48B9-F51C-556E-DB8F-E489A5A040F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20" name="Ovale 319">
                <a:extLst>
                  <a:ext uri="{FF2B5EF4-FFF2-40B4-BE49-F238E27FC236}">
                    <a16:creationId xmlns:a16="http://schemas.microsoft.com/office/drawing/2014/main" id="{54EE3E73-5F90-294D-9A4D-E152CD55E09C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21" name="CasellaDiTesto 320">
                <a:extLst>
                  <a:ext uri="{FF2B5EF4-FFF2-40B4-BE49-F238E27FC236}">
                    <a16:creationId xmlns:a16="http://schemas.microsoft.com/office/drawing/2014/main" id="{1C795005-2315-FDE6-7B2B-3A17856BCE1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22</a:t>
                </a:r>
              </a:p>
            </p:txBody>
          </p:sp>
        </p:grpSp>
        <p:grpSp>
          <p:nvGrpSpPr>
            <p:cNvPr id="317" name="Gruppo 316">
              <a:extLst>
                <a:ext uri="{FF2B5EF4-FFF2-40B4-BE49-F238E27FC236}">
                  <a16:creationId xmlns:a16="http://schemas.microsoft.com/office/drawing/2014/main" id="{1C14A000-0038-5A05-92BF-365E200A81A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18" name="Ovale 317">
                <a:extLst>
                  <a:ext uri="{FF2B5EF4-FFF2-40B4-BE49-F238E27FC236}">
                    <a16:creationId xmlns:a16="http://schemas.microsoft.com/office/drawing/2014/main" id="{96CAE57C-40EE-6032-0427-F4DDBA81D7C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9" name="CasellaDiTesto 318">
                <a:extLst>
                  <a:ext uri="{FF2B5EF4-FFF2-40B4-BE49-F238E27FC236}">
                    <a16:creationId xmlns:a16="http://schemas.microsoft.com/office/drawing/2014/main" id="{E232E6AF-3A86-5E72-9B05-B6D8ED83CC5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73" name="Picture 16">
            <a:extLst>
              <a:ext uri="{FF2B5EF4-FFF2-40B4-BE49-F238E27FC236}">
                <a16:creationId xmlns:a16="http://schemas.microsoft.com/office/drawing/2014/main" id="{EE4D97C2-781B-F5AD-0043-F52A2AE51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262" y="362917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7" name="Gruppo 366">
            <a:extLst>
              <a:ext uri="{FF2B5EF4-FFF2-40B4-BE49-F238E27FC236}">
                <a16:creationId xmlns:a16="http://schemas.microsoft.com/office/drawing/2014/main" id="{F62B7468-1E2B-DBB0-516A-E0B250F0025E}"/>
              </a:ext>
            </a:extLst>
          </p:cNvPr>
          <p:cNvGrpSpPr/>
          <p:nvPr/>
        </p:nvGrpSpPr>
        <p:grpSpPr>
          <a:xfrm>
            <a:off x="1269960" y="4151300"/>
            <a:ext cx="1460066" cy="220379"/>
            <a:chOff x="3923267" y="734293"/>
            <a:chExt cx="1460066" cy="220379"/>
          </a:xfrm>
        </p:grpSpPr>
        <p:sp>
          <p:nvSpPr>
            <p:cNvPr id="368" name="Rettangolo con due angoli in diagonale arrotondati 367">
              <a:extLst>
                <a:ext uri="{FF2B5EF4-FFF2-40B4-BE49-F238E27FC236}">
                  <a16:creationId xmlns:a16="http://schemas.microsoft.com/office/drawing/2014/main" id="{D35491AC-04DD-CE7B-854A-08021E6853D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69" name="CasellaDiTesto 368">
              <a:extLst>
                <a:ext uri="{FF2B5EF4-FFF2-40B4-BE49-F238E27FC236}">
                  <a16:creationId xmlns:a16="http://schemas.microsoft.com/office/drawing/2014/main" id="{C66ACA61-0799-1431-13FD-E363C90978CA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RW1 185 Cm</a:t>
              </a:r>
            </a:p>
          </p:txBody>
        </p:sp>
        <p:grpSp>
          <p:nvGrpSpPr>
            <p:cNvPr id="370" name="Gruppo 369">
              <a:extLst>
                <a:ext uri="{FF2B5EF4-FFF2-40B4-BE49-F238E27FC236}">
                  <a16:creationId xmlns:a16="http://schemas.microsoft.com/office/drawing/2014/main" id="{44FAB939-16D1-6718-49AE-69BE2DF883E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74" name="Ovale 373">
                <a:extLst>
                  <a:ext uri="{FF2B5EF4-FFF2-40B4-BE49-F238E27FC236}">
                    <a16:creationId xmlns:a16="http://schemas.microsoft.com/office/drawing/2014/main" id="{A0A02F11-C8B2-7B77-67B7-DB6EB8073C9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75" name="CasellaDiTesto 374">
                <a:extLst>
                  <a:ext uri="{FF2B5EF4-FFF2-40B4-BE49-F238E27FC236}">
                    <a16:creationId xmlns:a16="http://schemas.microsoft.com/office/drawing/2014/main" id="{FE53C2F7-92F8-D283-B958-BF4179EBF79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371" name="Gruppo 370">
              <a:extLst>
                <a:ext uri="{FF2B5EF4-FFF2-40B4-BE49-F238E27FC236}">
                  <a16:creationId xmlns:a16="http://schemas.microsoft.com/office/drawing/2014/main" id="{8F81615F-8235-018B-AFDA-7DE49360F7F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72" name="Ovale 371">
                <a:extLst>
                  <a:ext uri="{FF2B5EF4-FFF2-40B4-BE49-F238E27FC236}">
                    <a16:creationId xmlns:a16="http://schemas.microsoft.com/office/drawing/2014/main" id="{1F2A28DF-9B08-E126-8FA4-F392E75D483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73" name="CasellaDiTesto 372">
                <a:extLst>
                  <a:ext uri="{FF2B5EF4-FFF2-40B4-BE49-F238E27FC236}">
                    <a16:creationId xmlns:a16="http://schemas.microsoft.com/office/drawing/2014/main" id="{41BCB3A2-935E-6B22-1E1B-6D772A5C5AC9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76" name="Gruppo 375">
            <a:extLst>
              <a:ext uri="{FF2B5EF4-FFF2-40B4-BE49-F238E27FC236}">
                <a16:creationId xmlns:a16="http://schemas.microsoft.com/office/drawing/2014/main" id="{A3487DD0-732E-C045-10A7-00AD348BCC56}"/>
              </a:ext>
            </a:extLst>
          </p:cNvPr>
          <p:cNvGrpSpPr/>
          <p:nvPr/>
        </p:nvGrpSpPr>
        <p:grpSpPr>
          <a:xfrm>
            <a:off x="1269960" y="4344574"/>
            <a:ext cx="1460066" cy="222843"/>
            <a:chOff x="3923267" y="734293"/>
            <a:chExt cx="1460066" cy="222843"/>
          </a:xfrm>
        </p:grpSpPr>
        <p:sp>
          <p:nvSpPr>
            <p:cNvPr id="377" name="Rettangolo con due angoli in diagonale arrotondati 376">
              <a:extLst>
                <a:ext uri="{FF2B5EF4-FFF2-40B4-BE49-F238E27FC236}">
                  <a16:creationId xmlns:a16="http://schemas.microsoft.com/office/drawing/2014/main" id="{C00A794E-D2EA-2D0F-DB4D-4AB40A74F68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78" name="CasellaDiTesto 377">
              <a:extLst>
                <a:ext uri="{FF2B5EF4-FFF2-40B4-BE49-F238E27FC236}">
                  <a16:creationId xmlns:a16="http://schemas.microsoft.com/office/drawing/2014/main" id="{3C94490C-DFEB-7B53-AC52-01D0F12D7C3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RW2 184 Cm</a:t>
              </a:r>
            </a:p>
          </p:txBody>
        </p:sp>
        <p:grpSp>
          <p:nvGrpSpPr>
            <p:cNvPr id="379" name="Gruppo 378">
              <a:extLst>
                <a:ext uri="{FF2B5EF4-FFF2-40B4-BE49-F238E27FC236}">
                  <a16:creationId xmlns:a16="http://schemas.microsoft.com/office/drawing/2014/main" id="{86A991C8-087E-B5CB-4E1A-6ABF7621E65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3" name="Ovale 382">
                <a:extLst>
                  <a:ext uri="{FF2B5EF4-FFF2-40B4-BE49-F238E27FC236}">
                    <a16:creationId xmlns:a16="http://schemas.microsoft.com/office/drawing/2014/main" id="{19AD2651-8CA6-A498-F852-DED964ABEC4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84" name="CasellaDiTesto 383">
                <a:extLst>
                  <a:ext uri="{FF2B5EF4-FFF2-40B4-BE49-F238E27FC236}">
                    <a16:creationId xmlns:a16="http://schemas.microsoft.com/office/drawing/2014/main" id="{84977427-0461-EBD9-C6CB-85D74503B6B6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380" name="Gruppo 379">
              <a:extLst>
                <a:ext uri="{FF2B5EF4-FFF2-40B4-BE49-F238E27FC236}">
                  <a16:creationId xmlns:a16="http://schemas.microsoft.com/office/drawing/2014/main" id="{BDAC2ED2-BC82-AABC-AE0A-829DF9A822C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81" name="Ovale 380">
                <a:extLst>
                  <a:ext uri="{FF2B5EF4-FFF2-40B4-BE49-F238E27FC236}">
                    <a16:creationId xmlns:a16="http://schemas.microsoft.com/office/drawing/2014/main" id="{61BFCFAB-EDAF-230E-9562-FDB9F4D8AF1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82" name="CasellaDiTesto 381">
                <a:extLst>
                  <a:ext uri="{FF2B5EF4-FFF2-40B4-BE49-F238E27FC236}">
                    <a16:creationId xmlns:a16="http://schemas.microsoft.com/office/drawing/2014/main" id="{A46CD2F6-2497-8FFC-8767-65BF78C883E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85" name="Gruppo 384">
            <a:extLst>
              <a:ext uri="{FF2B5EF4-FFF2-40B4-BE49-F238E27FC236}">
                <a16:creationId xmlns:a16="http://schemas.microsoft.com/office/drawing/2014/main" id="{90F1C35A-EE81-47EC-027F-5BF5FF7231C3}"/>
              </a:ext>
            </a:extLst>
          </p:cNvPr>
          <p:cNvGrpSpPr/>
          <p:nvPr/>
        </p:nvGrpSpPr>
        <p:grpSpPr>
          <a:xfrm>
            <a:off x="1269960" y="4540312"/>
            <a:ext cx="1460066" cy="222843"/>
            <a:chOff x="3923267" y="734293"/>
            <a:chExt cx="1460066" cy="222843"/>
          </a:xfrm>
        </p:grpSpPr>
        <p:sp>
          <p:nvSpPr>
            <p:cNvPr id="386" name="Rettangolo con due angoli in diagonale arrotondati 385">
              <a:extLst>
                <a:ext uri="{FF2B5EF4-FFF2-40B4-BE49-F238E27FC236}">
                  <a16:creationId xmlns:a16="http://schemas.microsoft.com/office/drawing/2014/main" id="{40BA4CEC-66B1-51F5-D8AB-D9D3451CD62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87" name="CasellaDiTesto 386">
              <a:extLst>
                <a:ext uri="{FF2B5EF4-FFF2-40B4-BE49-F238E27FC236}">
                  <a16:creationId xmlns:a16="http://schemas.microsoft.com/office/drawing/2014/main" id="{77C1D269-2932-AA6B-63BA-D171A4E1D766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RW3 184 Cm</a:t>
              </a:r>
            </a:p>
          </p:txBody>
        </p:sp>
        <p:grpSp>
          <p:nvGrpSpPr>
            <p:cNvPr id="388" name="Gruppo 387">
              <a:extLst>
                <a:ext uri="{FF2B5EF4-FFF2-40B4-BE49-F238E27FC236}">
                  <a16:creationId xmlns:a16="http://schemas.microsoft.com/office/drawing/2014/main" id="{3064AE1B-B20B-E4F7-5B53-86A46B764C9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92" name="Ovale 391">
                <a:extLst>
                  <a:ext uri="{FF2B5EF4-FFF2-40B4-BE49-F238E27FC236}">
                    <a16:creationId xmlns:a16="http://schemas.microsoft.com/office/drawing/2014/main" id="{D41CA95D-78FD-98D1-4629-F97718F212B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93" name="CasellaDiTesto 392">
                <a:extLst>
                  <a:ext uri="{FF2B5EF4-FFF2-40B4-BE49-F238E27FC236}">
                    <a16:creationId xmlns:a16="http://schemas.microsoft.com/office/drawing/2014/main" id="{A15AB5AF-D3AE-126E-8E38-3B7E524A6666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389" name="Gruppo 388">
              <a:extLst>
                <a:ext uri="{FF2B5EF4-FFF2-40B4-BE49-F238E27FC236}">
                  <a16:creationId xmlns:a16="http://schemas.microsoft.com/office/drawing/2014/main" id="{AD7DA95E-4E7D-35D0-EA0A-734EC78B6F87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90" name="Ovale 389">
                <a:extLst>
                  <a:ext uri="{FF2B5EF4-FFF2-40B4-BE49-F238E27FC236}">
                    <a16:creationId xmlns:a16="http://schemas.microsoft.com/office/drawing/2014/main" id="{E1DF76D4-0AA8-F44A-DC69-89E1B6EE63EC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91" name="CasellaDiTesto 390">
                <a:extLst>
                  <a:ext uri="{FF2B5EF4-FFF2-40B4-BE49-F238E27FC236}">
                    <a16:creationId xmlns:a16="http://schemas.microsoft.com/office/drawing/2014/main" id="{248BE8F8-85EE-B255-0DF1-3EF0C349BE1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394" name="Picture 16">
            <a:extLst>
              <a:ext uri="{FF2B5EF4-FFF2-40B4-BE49-F238E27FC236}">
                <a16:creationId xmlns:a16="http://schemas.microsoft.com/office/drawing/2014/main" id="{7D3E5CC2-151A-6A93-DB2C-73B4148D3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29" y="362917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31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 contrast="-30000"/>
                    </a14:imgEffect>
                  </a14:imgLayer>
                </a14:imgProps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0355D-9676-1CB1-07A4-B80D9D9A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86671847-90FD-EC0F-C375-9B7023D896C7}"/>
              </a:ext>
            </a:extLst>
          </p:cNvPr>
          <p:cNvPicPr/>
          <p:nvPr/>
        </p:nvPicPr>
        <p:blipFill rotWithShape="1">
          <a:blip r:embed="rId4"/>
          <a:srcRect l="17580" t="6073" r="17094"/>
          <a:stretch/>
        </p:blipFill>
        <p:spPr>
          <a:xfrm>
            <a:off x="1142177" y="228762"/>
            <a:ext cx="6859646" cy="5553722"/>
          </a:xfrm>
          <a:prstGeom prst="rect">
            <a:avLst/>
          </a:prstGeom>
          <a:scene3d>
            <a:camera prst="orthographicFront">
              <a:rot lat="1800000" lon="0" rev="0"/>
            </a:camera>
            <a:lightRig rig="threePt" dir="t"/>
          </a:scene3d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9C22C76F-46B5-74A3-8856-04C1D83145E3}"/>
              </a:ext>
            </a:extLst>
          </p:cNvPr>
          <p:cNvGrpSpPr/>
          <p:nvPr/>
        </p:nvGrpSpPr>
        <p:grpSpPr>
          <a:xfrm>
            <a:off x="-2738812" y="-4103764"/>
            <a:ext cx="7637413" cy="7566226"/>
            <a:chOff x="-2664000" y="-4103764"/>
            <a:chExt cx="7637413" cy="7566226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B3F8F57B-9BE6-B0E1-9033-870FB72B792F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16" name="Striscia diagonale 15">
                <a:extLst>
                  <a:ext uri="{FF2B5EF4-FFF2-40B4-BE49-F238E27FC236}">
                    <a16:creationId xmlns:a16="http://schemas.microsoft.com/office/drawing/2014/main" id="{27995E8B-D00C-2D65-5E93-B005B616FEC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Striscia diagonale 16">
                <a:extLst>
                  <a:ext uri="{FF2B5EF4-FFF2-40B4-BE49-F238E27FC236}">
                    <a16:creationId xmlns:a16="http://schemas.microsoft.com/office/drawing/2014/main" id="{E1E8D3ED-0427-8D37-005E-8C31478A48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Striscia diagonale 26">
                <a:extLst>
                  <a:ext uri="{FF2B5EF4-FFF2-40B4-BE49-F238E27FC236}">
                    <a16:creationId xmlns:a16="http://schemas.microsoft.com/office/drawing/2014/main" id="{2B938535-1ED2-FFFA-6E8A-D4DC1F28911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" name="Striscia diagonale 11">
              <a:extLst>
                <a:ext uri="{FF2B5EF4-FFF2-40B4-BE49-F238E27FC236}">
                  <a16:creationId xmlns:a16="http://schemas.microsoft.com/office/drawing/2014/main" id="{6C8420D5-0A23-2B17-D71A-D80B5E4D6540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Striscia diagonale 12">
              <a:extLst>
                <a:ext uri="{FF2B5EF4-FFF2-40B4-BE49-F238E27FC236}">
                  <a16:creationId xmlns:a16="http://schemas.microsoft.com/office/drawing/2014/main" id="{2C78FEEF-CB2D-E884-5D9B-C1A88DE51392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triscia diagonale 14">
              <a:extLst>
                <a:ext uri="{FF2B5EF4-FFF2-40B4-BE49-F238E27FC236}">
                  <a16:creationId xmlns:a16="http://schemas.microsoft.com/office/drawing/2014/main" id="{1EE452E3-93C7-D65B-0D86-0D0E26FF68CE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30FF1BC9-2788-9750-12D3-C39DDC79FDD2}"/>
              </a:ext>
            </a:extLst>
          </p:cNvPr>
          <p:cNvGrpSpPr/>
          <p:nvPr/>
        </p:nvGrpSpPr>
        <p:grpSpPr>
          <a:xfrm>
            <a:off x="4497189" y="-694178"/>
            <a:ext cx="9659566" cy="9483472"/>
            <a:chOff x="-2664000" y="-4103764"/>
            <a:chExt cx="7637413" cy="7566226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E7877E95-7F43-4332-B379-5A1133FF26D3}"/>
                </a:ext>
              </a:extLst>
            </p:cNvPr>
            <p:cNvGrpSpPr/>
            <p:nvPr/>
          </p:nvGrpSpPr>
          <p:grpSpPr>
            <a:xfrm>
              <a:off x="-2416673" y="-4020430"/>
              <a:ext cx="7390086" cy="7346167"/>
              <a:chOff x="-2416673" y="-4020430"/>
              <a:chExt cx="7390086" cy="7346167"/>
            </a:xfrm>
          </p:grpSpPr>
          <p:sp>
            <p:nvSpPr>
              <p:cNvPr id="22" name="Striscia diagonale 21">
                <a:extLst>
                  <a:ext uri="{FF2B5EF4-FFF2-40B4-BE49-F238E27FC236}">
                    <a16:creationId xmlns:a16="http://schemas.microsoft.com/office/drawing/2014/main" id="{160D4929-DE87-4740-FBE4-801411ECBA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262587" y="-3827381"/>
                <a:ext cx="7236000" cy="7069784"/>
              </a:xfrm>
              <a:prstGeom prst="diagStripe">
                <a:avLst>
                  <a:gd name="adj" fmla="val 99145"/>
                </a:avLst>
              </a:prstGeom>
              <a:solidFill>
                <a:srgbClr val="6034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Striscia diagonale 22">
                <a:extLst>
                  <a:ext uri="{FF2B5EF4-FFF2-40B4-BE49-F238E27FC236}">
                    <a16:creationId xmlns:a16="http://schemas.microsoft.com/office/drawing/2014/main" id="{0D47DF5C-C5D9-66EE-4AB7-2F5D5A5141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416673" y="-3744047"/>
                <a:ext cx="7236000" cy="7069784"/>
              </a:xfrm>
              <a:prstGeom prst="diagStripe">
                <a:avLst>
                  <a:gd name="adj" fmla="val 9708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Striscia diagonale 23">
                <a:extLst>
                  <a:ext uri="{FF2B5EF4-FFF2-40B4-BE49-F238E27FC236}">
                    <a16:creationId xmlns:a16="http://schemas.microsoft.com/office/drawing/2014/main" id="{023E8430-9F22-7555-E66B-4FD24C0B771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335104" y="-4020430"/>
                <a:ext cx="7236000" cy="7069784"/>
              </a:xfrm>
              <a:prstGeom prst="diagStripe">
                <a:avLst>
                  <a:gd name="adj" fmla="val 978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89"/>
                <a:endParaRPr lang="it-IT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9" name="Striscia diagonale 18">
              <a:extLst>
                <a:ext uri="{FF2B5EF4-FFF2-40B4-BE49-F238E27FC236}">
                  <a16:creationId xmlns:a16="http://schemas.microsoft.com/office/drawing/2014/main" id="{5A892282-72FC-754C-B15B-DAC35EE560C8}"/>
                </a:ext>
              </a:extLst>
            </p:cNvPr>
            <p:cNvSpPr>
              <a:spLocks/>
            </p:cNvSpPr>
            <p:nvPr/>
          </p:nvSpPr>
          <p:spPr>
            <a:xfrm>
              <a:off x="-2416673" y="-4103764"/>
              <a:ext cx="7236000" cy="7069784"/>
            </a:xfrm>
            <a:prstGeom prst="diagStripe">
              <a:avLst>
                <a:gd name="adj" fmla="val 99145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Striscia diagonale 19">
              <a:extLst>
                <a:ext uri="{FF2B5EF4-FFF2-40B4-BE49-F238E27FC236}">
                  <a16:creationId xmlns:a16="http://schemas.microsoft.com/office/drawing/2014/main" id="{0802D2DB-2DB3-5536-BA70-A2708CC474D0}"/>
                </a:ext>
              </a:extLst>
            </p:cNvPr>
            <p:cNvSpPr>
              <a:spLocks/>
            </p:cNvSpPr>
            <p:nvPr/>
          </p:nvSpPr>
          <p:spPr>
            <a:xfrm>
              <a:off x="-2299903" y="-360732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Striscia diagonale 20">
              <a:extLst>
                <a:ext uri="{FF2B5EF4-FFF2-40B4-BE49-F238E27FC236}">
                  <a16:creationId xmlns:a16="http://schemas.microsoft.com/office/drawing/2014/main" id="{2031FB21-B36C-8FB2-5548-0C3D0B4AE595}"/>
                </a:ext>
              </a:extLst>
            </p:cNvPr>
            <p:cNvSpPr>
              <a:spLocks/>
            </p:cNvSpPr>
            <p:nvPr/>
          </p:nvSpPr>
          <p:spPr>
            <a:xfrm>
              <a:off x="-2664000" y="-3910972"/>
              <a:ext cx="7236000" cy="7069784"/>
            </a:xfrm>
            <a:prstGeom prst="diagStripe">
              <a:avLst>
                <a:gd name="adj" fmla="val 97080"/>
              </a:avLst>
            </a:prstGeom>
            <a:solidFill>
              <a:srgbClr val="6034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it-IT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28" name="Immagine 27">
            <a:extLst>
              <a:ext uri="{FF2B5EF4-FFF2-40B4-BE49-F238E27FC236}">
                <a16:creationId xmlns:a16="http://schemas.microsoft.com/office/drawing/2014/main" id="{EC1ADCB6-BD15-C69E-36D6-CD2757E906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61748" y="4253987"/>
            <a:ext cx="798318" cy="798318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64DA7EA5-98EE-FEB0-B9B5-1DADA05D157C}"/>
              </a:ext>
            </a:extLst>
          </p:cNvPr>
          <p:cNvGrpSpPr/>
          <p:nvPr/>
        </p:nvGrpSpPr>
        <p:grpSpPr>
          <a:xfrm>
            <a:off x="423041" y="-34604"/>
            <a:ext cx="8297920" cy="703124"/>
            <a:chOff x="423041" y="-144605"/>
            <a:chExt cx="8297920" cy="703124"/>
          </a:xfrm>
        </p:grpSpPr>
        <p:sp>
          <p:nvSpPr>
            <p:cNvPr id="3" name="Parallelogramma 2">
              <a:extLst>
                <a:ext uri="{FF2B5EF4-FFF2-40B4-BE49-F238E27FC236}">
                  <a16:creationId xmlns:a16="http://schemas.microsoft.com/office/drawing/2014/main" id="{2C13AAC1-9BCC-0E59-CCE1-9DA314B314F5}"/>
                </a:ext>
              </a:extLst>
            </p:cNvPr>
            <p:cNvSpPr/>
            <p:nvPr/>
          </p:nvSpPr>
          <p:spPr>
            <a:xfrm>
              <a:off x="2297564" y="-91129"/>
              <a:ext cx="6423397" cy="604391"/>
            </a:xfrm>
            <a:prstGeom prst="parallelogram">
              <a:avLst>
                <a:gd name="adj" fmla="val 102143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" name="Parallelogramma 3">
              <a:extLst>
                <a:ext uri="{FF2B5EF4-FFF2-40B4-BE49-F238E27FC236}">
                  <a16:creationId xmlns:a16="http://schemas.microsoft.com/office/drawing/2014/main" id="{3AAA9022-6A06-1A9D-0A0A-E5699D0226AD}"/>
                </a:ext>
              </a:extLst>
            </p:cNvPr>
            <p:cNvSpPr/>
            <p:nvPr/>
          </p:nvSpPr>
          <p:spPr>
            <a:xfrm flipH="1">
              <a:off x="423043" y="-107768"/>
              <a:ext cx="6403643" cy="601793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Parallelogramma 4">
              <a:extLst>
                <a:ext uri="{FF2B5EF4-FFF2-40B4-BE49-F238E27FC236}">
                  <a16:creationId xmlns:a16="http://schemas.microsoft.com/office/drawing/2014/main" id="{4966E070-9053-C082-6C0B-13555F8801A8}"/>
                </a:ext>
              </a:extLst>
            </p:cNvPr>
            <p:cNvSpPr/>
            <p:nvPr/>
          </p:nvSpPr>
          <p:spPr>
            <a:xfrm flipH="1">
              <a:off x="584223" y="6834"/>
              <a:ext cx="7474832" cy="506696"/>
            </a:xfrm>
            <a:prstGeom prst="parallelogram">
              <a:avLst>
                <a:gd name="adj" fmla="val 112347"/>
              </a:avLst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Parallelogramma 5">
              <a:extLst>
                <a:ext uri="{FF2B5EF4-FFF2-40B4-BE49-F238E27FC236}">
                  <a16:creationId xmlns:a16="http://schemas.microsoft.com/office/drawing/2014/main" id="{E9929526-348D-DBAE-AD53-4F926F9D387F}"/>
                </a:ext>
              </a:extLst>
            </p:cNvPr>
            <p:cNvSpPr/>
            <p:nvPr/>
          </p:nvSpPr>
          <p:spPr>
            <a:xfrm flipH="1">
              <a:off x="423041" y="-118621"/>
              <a:ext cx="5503491" cy="391484"/>
            </a:xfrm>
            <a:prstGeom prst="parallelogram">
              <a:avLst>
                <a:gd name="adj" fmla="val 112347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Parallelogramma 6">
              <a:extLst>
                <a:ext uri="{FF2B5EF4-FFF2-40B4-BE49-F238E27FC236}">
                  <a16:creationId xmlns:a16="http://schemas.microsoft.com/office/drawing/2014/main" id="{9161AD7E-9467-7FE2-8697-1E0BC2D28A61}"/>
                </a:ext>
              </a:extLst>
            </p:cNvPr>
            <p:cNvSpPr/>
            <p:nvPr/>
          </p:nvSpPr>
          <p:spPr>
            <a:xfrm flipH="1">
              <a:off x="1285929" y="-116974"/>
              <a:ext cx="6098711" cy="391484"/>
            </a:xfrm>
            <a:prstGeom prst="parallelogram">
              <a:avLst>
                <a:gd name="adj" fmla="val 65633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9454E3BE-677E-F943-14D7-6D7C21B4ACAD}"/>
                </a:ext>
              </a:extLst>
            </p:cNvPr>
            <p:cNvSpPr txBox="1"/>
            <p:nvPr/>
          </p:nvSpPr>
          <p:spPr>
            <a:xfrm>
              <a:off x="2216923" y="-144605"/>
              <a:ext cx="2921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solidFill>
                    <a:schemeClr val="bg1"/>
                  </a:solidFill>
                  <a:latin typeface="Avenir Next Condensed" panose="020B0506020202020204" pitchFamily="34" charset="0"/>
                </a:rPr>
                <a:t>SQUADRA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B2027615-BA0C-C301-0CB1-597B67BD3308}"/>
                </a:ext>
              </a:extLst>
            </p:cNvPr>
            <p:cNvSpPr txBox="1"/>
            <p:nvPr/>
          </p:nvSpPr>
          <p:spPr>
            <a:xfrm>
              <a:off x="2216922" y="250742"/>
              <a:ext cx="2921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>
                  <a:latin typeface="Avenir Next Condensed" panose="020B0506020202020204" pitchFamily="34" charset="0"/>
                </a:rPr>
                <a:t>SISTEMA DI GIOCO </a:t>
              </a:r>
              <a:r>
                <a:rPr lang="it-IT" sz="1400" b="1" dirty="0">
                  <a:latin typeface="Avenir Next Condensed Demi Bold" panose="020B0506020202020204" pitchFamily="34" charset="0"/>
                </a:rPr>
                <a:t>4-2-3-1</a:t>
              </a:r>
            </a:p>
          </p:txBody>
        </p:sp>
      </p:grpSp>
      <p:sp>
        <p:nvSpPr>
          <p:cNvPr id="25" name="Ovale 24">
            <a:extLst>
              <a:ext uri="{FF2B5EF4-FFF2-40B4-BE49-F238E27FC236}">
                <a16:creationId xmlns:a16="http://schemas.microsoft.com/office/drawing/2014/main" id="{343D3DFF-E239-6AFF-0B7C-D45B68CEA3CB}"/>
              </a:ext>
            </a:extLst>
          </p:cNvPr>
          <p:cNvSpPr/>
          <p:nvPr/>
        </p:nvSpPr>
        <p:spPr>
          <a:xfrm>
            <a:off x="1269960" y="7337"/>
            <a:ext cx="839613" cy="839613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178730BC-BC09-9880-CA90-934266F2F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7638740" y="77480"/>
            <a:ext cx="363083" cy="46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2B336085-7A10-C745-5364-7010DFC43E96}"/>
              </a:ext>
            </a:extLst>
          </p:cNvPr>
          <p:cNvSpPr txBox="1"/>
          <p:nvPr/>
        </p:nvSpPr>
        <p:spPr>
          <a:xfrm>
            <a:off x="5344141" y="380345"/>
            <a:ext cx="204049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it-IT" sz="1200" dirty="0">
                <a:latin typeface="Avenir Next Condensed" panose="020B0506020202020204" pitchFamily="34" charset="0"/>
              </a:rPr>
              <a:t>COACH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Nome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Cognome</a:t>
            </a:r>
            <a:endParaRPr kumimoji="0" lang="it-IT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Condensed" panose="020B0506020202020204" pitchFamily="34" charset="0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52B6B649-2C93-8F18-5F6B-7180CD2C5703}"/>
              </a:ext>
            </a:extLst>
          </p:cNvPr>
          <p:cNvGrpSpPr/>
          <p:nvPr/>
        </p:nvGrpSpPr>
        <p:grpSpPr>
          <a:xfrm>
            <a:off x="3841541" y="866949"/>
            <a:ext cx="1460066" cy="222843"/>
            <a:chOff x="3923267" y="734293"/>
            <a:chExt cx="1460066" cy="222843"/>
          </a:xfrm>
        </p:grpSpPr>
        <p:sp>
          <p:nvSpPr>
            <p:cNvPr id="32" name="Rettangolo con due angoli in diagonale arrotondati 31">
              <a:extLst>
                <a:ext uri="{FF2B5EF4-FFF2-40B4-BE49-F238E27FC236}">
                  <a16:creationId xmlns:a16="http://schemas.microsoft.com/office/drawing/2014/main" id="{E14C728D-D193-889E-7EFE-E4B390F5B2D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5FB7D358-4561-5B7D-46E9-52E87A17FAE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GK2</a:t>
              </a:r>
            </a:p>
          </p:txBody>
        </p:sp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93E04769-42CB-279D-788E-F2719033C4F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" name="Ovale 37">
                <a:extLst>
                  <a:ext uri="{FF2B5EF4-FFF2-40B4-BE49-F238E27FC236}">
                    <a16:creationId xmlns:a16="http://schemas.microsoft.com/office/drawing/2014/main" id="{15BCAB97-1A6D-FB47-82DD-94F361869E0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FCB2260C-0EC3-58D9-BFD1-D5F78F4C2FA9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</a:t>
                </a:r>
              </a:p>
            </p:txBody>
          </p:sp>
        </p:grpSp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4FF0F83A-9198-9C95-9487-870A1C39AE02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" name="Ovale 35">
                <a:extLst>
                  <a:ext uri="{FF2B5EF4-FFF2-40B4-BE49-F238E27FC236}">
                    <a16:creationId xmlns:a16="http://schemas.microsoft.com/office/drawing/2014/main" id="{33B68217-BC2C-0B26-6C6C-CE6A88AC2AF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5A37B574-74AD-F8BF-CDA7-98F21F65AAC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AE4809A5-0CAC-B81C-85E6-E7A84AC34F9B}"/>
              </a:ext>
            </a:extLst>
          </p:cNvPr>
          <p:cNvGrpSpPr/>
          <p:nvPr/>
        </p:nvGrpSpPr>
        <p:grpSpPr>
          <a:xfrm>
            <a:off x="4720580" y="1506931"/>
            <a:ext cx="1460066" cy="220379"/>
            <a:chOff x="3923267" y="734293"/>
            <a:chExt cx="1460066" cy="220379"/>
          </a:xfrm>
        </p:grpSpPr>
        <p:sp>
          <p:nvSpPr>
            <p:cNvPr id="41" name="Rettangolo con due angoli in diagonale arrotondati 40">
              <a:extLst>
                <a:ext uri="{FF2B5EF4-FFF2-40B4-BE49-F238E27FC236}">
                  <a16:creationId xmlns:a16="http://schemas.microsoft.com/office/drawing/2014/main" id="{33876312-B19F-E2D1-6E3D-38EAF2AA93C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2" name="CasellaDiTesto 41">
              <a:extLst>
                <a:ext uri="{FF2B5EF4-FFF2-40B4-BE49-F238E27FC236}">
                  <a16:creationId xmlns:a16="http://schemas.microsoft.com/office/drawing/2014/main" id="{129FC2C4-F453-4B28-C5F6-3BF4BA351C11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LCB1 188 Cm</a:t>
              </a:r>
            </a:p>
          </p:txBody>
        </p: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0E24BA10-FC32-2A82-92A2-93556002C11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7" name="Ovale 46">
                <a:extLst>
                  <a:ext uri="{FF2B5EF4-FFF2-40B4-BE49-F238E27FC236}">
                    <a16:creationId xmlns:a16="http://schemas.microsoft.com/office/drawing/2014/main" id="{C5DAC03B-892E-C451-7AA4-040CC88B1D4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4FF89A50-4589-6DD6-120A-15613489955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10</a:t>
                </a:r>
              </a:p>
            </p:txBody>
          </p:sp>
        </p:grpSp>
        <p:grpSp>
          <p:nvGrpSpPr>
            <p:cNvPr id="44" name="Gruppo 43">
              <a:extLst>
                <a:ext uri="{FF2B5EF4-FFF2-40B4-BE49-F238E27FC236}">
                  <a16:creationId xmlns:a16="http://schemas.microsoft.com/office/drawing/2014/main" id="{4982EB4A-5BAF-856F-E410-67D28B7E5A6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5" name="Ovale 44">
                <a:extLst>
                  <a:ext uri="{FF2B5EF4-FFF2-40B4-BE49-F238E27FC236}">
                    <a16:creationId xmlns:a16="http://schemas.microsoft.com/office/drawing/2014/main" id="{3A7DA7F5-FB5D-162B-499D-87F39FC7BC2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861FA01C-B7EB-B905-2637-1F7A2DB0693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A837F0C1-6A1C-8607-1119-6B66D4581673}"/>
              </a:ext>
            </a:extLst>
          </p:cNvPr>
          <p:cNvGrpSpPr/>
          <p:nvPr/>
        </p:nvGrpSpPr>
        <p:grpSpPr>
          <a:xfrm>
            <a:off x="1262473" y="1506287"/>
            <a:ext cx="1460066" cy="220379"/>
            <a:chOff x="3923267" y="734293"/>
            <a:chExt cx="1460066" cy="220379"/>
          </a:xfrm>
        </p:grpSpPr>
        <p:sp>
          <p:nvSpPr>
            <p:cNvPr id="50" name="Rettangolo con due angoli in diagonale arrotondati 49">
              <a:extLst>
                <a:ext uri="{FF2B5EF4-FFF2-40B4-BE49-F238E27FC236}">
                  <a16:creationId xmlns:a16="http://schemas.microsoft.com/office/drawing/2014/main" id="{CA7EB17D-FD94-0043-E204-DCD0091D4C3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63EB4D61-91B7-B062-E222-69BC7308EDD9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RFB1 178 Cm</a:t>
              </a:r>
            </a:p>
          </p:txBody>
        </p:sp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F684F855-C801-0F8E-84A5-8E3B2DEEBAB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56" name="Ovale 55">
                <a:extLst>
                  <a:ext uri="{FF2B5EF4-FFF2-40B4-BE49-F238E27FC236}">
                    <a16:creationId xmlns:a16="http://schemas.microsoft.com/office/drawing/2014/main" id="{A087E881-4078-752E-21B0-D70686BE79C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8E79FDF8-086D-4C78-4DE6-E1F9A97A551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13</a:t>
                </a:r>
              </a:p>
            </p:txBody>
          </p:sp>
        </p:grpSp>
        <p:grpSp>
          <p:nvGrpSpPr>
            <p:cNvPr id="53" name="Gruppo 52">
              <a:extLst>
                <a:ext uri="{FF2B5EF4-FFF2-40B4-BE49-F238E27FC236}">
                  <a16:creationId xmlns:a16="http://schemas.microsoft.com/office/drawing/2014/main" id="{C46F74B2-248F-8995-8511-F1AE754754B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54" name="Ovale 53">
                <a:extLst>
                  <a:ext uri="{FF2B5EF4-FFF2-40B4-BE49-F238E27FC236}">
                    <a16:creationId xmlns:a16="http://schemas.microsoft.com/office/drawing/2014/main" id="{DC7CB3B8-9C10-E929-A64F-0A9DD043752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E409C018-E7C7-5395-2F0A-2FF8C319F51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</a:p>
            </p:txBody>
          </p:sp>
        </p:grpSp>
      </p:grp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D2315B24-CB03-3867-5E55-D2D6B684A77A}"/>
              </a:ext>
            </a:extLst>
          </p:cNvPr>
          <p:cNvGrpSpPr/>
          <p:nvPr/>
        </p:nvGrpSpPr>
        <p:grpSpPr>
          <a:xfrm>
            <a:off x="2965645" y="1507941"/>
            <a:ext cx="1460066" cy="220379"/>
            <a:chOff x="3923267" y="734293"/>
            <a:chExt cx="1460066" cy="220379"/>
          </a:xfrm>
        </p:grpSpPr>
        <p:sp>
          <p:nvSpPr>
            <p:cNvPr id="59" name="Rettangolo con due angoli in diagonale arrotondati 58">
              <a:extLst>
                <a:ext uri="{FF2B5EF4-FFF2-40B4-BE49-F238E27FC236}">
                  <a16:creationId xmlns:a16="http://schemas.microsoft.com/office/drawing/2014/main" id="{2F551274-BC80-1CE8-A685-A53D8912070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83BC2D8E-E326-B3AF-6065-7BFEDDE28258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RCB1 184 Cm</a:t>
              </a:r>
            </a:p>
          </p:txBody>
        </p:sp>
        <p:grpSp>
          <p:nvGrpSpPr>
            <p:cNvPr id="61" name="Gruppo 60">
              <a:extLst>
                <a:ext uri="{FF2B5EF4-FFF2-40B4-BE49-F238E27FC236}">
                  <a16:creationId xmlns:a16="http://schemas.microsoft.com/office/drawing/2014/main" id="{AE664D3B-F248-A308-FBB4-9C1EEDB6800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65" name="Ovale 64">
                <a:extLst>
                  <a:ext uri="{FF2B5EF4-FFF2-40B4-BE49-F238E27FC236}">
                    <a16:creationId xmlns:a16="http://schemas.microsoft.com/office/drawing/2014/main" id="{07A20A22-8A95-AD8B-2C1E-C832502E488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6" name="CasellaDiTesto 65">
                <a:extLst>
                  <a:ext uri="{FF2B5EF4-FFF2-40B4-BE49-F238E27FC236}">
                    <a16:creationId xmlns:a16="http://schemas.microsoft.com/office/drawing/2014/main" id="{9E1D0578-48DD-B90A-EB01-387EB4642A3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4</a:t>
                </a:r>
              </a:p>
            </p:txBody>
          </p:sp>
        </p:grpSp>
        <p:grpSp>
          <p:nvGrpSpPr>
            <p:cNvPr id="62" name="Gruppo 61">
              <a:extLst>
                <a:ext uri="{FF2B5EF4-FFF2-40B4-BE49-F238E27FC236}">
                  <a16:creationId xmlns:a16="http://schemas.microsoft.com/office/drawing/2014/main" id="{0DFC6FA5-5388-C2A4-FE0D-5F9E11ABC54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63" name="Ovale 62">
                <a:extLst>
                  <a:ext uri="{FF2B5EF4-FFF2-40B4-BE49-F238E27FC236}">
                    <a16:creationId xmlns:a16="http://schemas.microsoft.com/office/drawing/2014/main" id="{4478FA5E-533B-C897-C12C-C6A92B9F140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64" name="CasellaDiTesto 63">
                <a:extLst>
                  <a:ext uri="{FF2B5EF4-FFF2-40B4-BE49-F238E27FC236}">
                    <a16:creationId xmlns:a16="http://schemas.microsoft.com/office/drawing/2014/main" id="{64144058-559D-0762-7D9A-E92E3C87553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B65B2202-5B49-A62A-E52B-7EE2AD9548E8}"/>
              </a:ext>
            </a:extLst>
          </p:cNvPr>
          <p:cNvGrpSpPr/>
          <p:nvPr/>
        </p:nvGrpSpPr>
        <p:grpSpPr>
          <a:xfrm>
            <a:off x="2965645" y="1702009"/>
            <a:ext cx="1460066" cy="222843"/>
            <a:chOff x="3923267" y="734293"/>
            <a:chExt cx="1460066" cy="222843"/>
          </a:xfrm>
        </p:grpSpPr>
        <p:sp>
          <p:nvSpPr>
            <p:cNvPr id="68" name="Rettangolo con due angoli in diagonale arrotondati 67">
              <a:extLst>
                <a:ext uri="{FF2B5EF4-FFF2-40B4-BE49-F238E27FC236}">
                  <a16:creationId xmlns:a16="http://schemas.microsoft.com/office/drawing/2014/main" id="{3C4E7C25-F360-1242-8524-33DB4606907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69" name="CasellaDiTesto 68">
              <a:extLst>
                <a:ext uri="{FF2B5EF4-FFF2-40B4-BE49-F238E27FC236}">
                  <a16:creationId xmlns:a16="http://schemas.microsoft.com/office/drawing/2014/main" id="{8EBFFDC2-A772-3C12-7E29-FB42A8944F3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RCB2 184 Cm</a:t>
              </a:r>
            </a:p>
          </p:txBody>
        </p:sp>
        <p:grpSp>
          <p:nvGrpSpPr>
            <p:cNvPr id="70" name="Gruppo 69">
              <a:extLst>
                <a:ext uri="{FF2B5EF4-FFF2-40B4-BE49-F238E27FC236}">
                  <a16:creationId xmlns:a16="http://schemas.microsoft.com/office/drawing/2014/main" id="{7E71D137-DBD4-0324-7F33-59FB650E3B1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74" name="Ovale 73">
                <a:extLst>
                  <a:ext uri="{FF2B5EF4-FFF2-40B4-BE49-F238E27FC236}">
                    <a16:creationId xmlns:a16="http://schemas.microsoft.com/office/drawing/2014/main" id="{FCE7AF3E-A262-C3F9-69A6-3727962EC1D8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5" name="CasellaDiTesto 74">
                <a:extLst>
                  <a:ext uri="{FF2B5EF4-FFF2-40B4-BE49-F238E27FC236}">
                    <a16:creationId xmlns:a16="http://schemas.microsoft.com/office/drawing/2014/main" id="{9D30B05C-130C-FAB8-68DB-60712597D9F0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5</a:t>
                </a:r>
              </a:p>
            </p:txBody>
          </p:sp>
        </p:grpSp>
        <p:grpSp>
          <p:nvGrpSpPr>
            <p:cNvPr id="71" name="Gruppo 70">
              <a:extLst>
                <a:ext uri="{FF2B5EF4-FFF2-40B4-BE49-F238E27FC236}">
                  <a16:creationId xmlns:a16="http://schemas.microsoft.com/office/drawing/2014/main" id="{F110D3CB-E50D-60BA-B431-78A3293BF03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72" name="Ovale 71">
                <a:extLst>
                  <a:ext uri="{FF2B5EF4-FFF2-40B4-BE49-F238E27FC236}">
                    <a16:creationId xmlns:a16="http://schemas.microsoft.com/office/drawing/2014/main" id="{5E3C3D2A-1283-4F99-A3F5-6F85B8F86A7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73" name="CasellaDiTesto 72">
                <a:extLst>
                  <a:ext uri="{FF2B5EF4-FFF2-40B4-BE49-F238E27FC236}">
                    <a16:creationId xmlns:a16="http://schemas.microsoft.com/office/drawing/2014/main" id="{F523E9A2-51DA-4A2E-6BF6-56FDF4744F2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0" name="Gruppo 129">
            <a:extLst>
              <a:ext uri="{FF2B5EF4-FFF2-40B4-BE49-F238E27FC236}">
                <a16:creationId xmlns:a16="http://schemas.microsoft.com/office/drawing/2014/main" id="{C20DFDF9-A322-77FC-A6B0-4E0118092AA7}"/>
              </a:ext>
            </a:extLst>
          </p:cNvPr>
          <p:cNvGrpSpPr/>
          <p:nvPr/>
        </p:nvGrpSpPr>
        <p:grpSpPr>
          <a:xfrm>
            <a:off x="6481023" y="1500841"/>
            <a:ext cx="1460066" cy="220379"/>
            <a:chOff x="3923267" y="734293"/>
            <a:chExt cx="1460066" cy="220379"/>
          </a:xfrm>
        </p:grpSpPr>
        <p:sp>
          <p:nvSpPr>
            <p:cNvPr id="131" name="Rettangolo con due angoli in diagonale arrotondati 130">
              <a:extLst>
                <a:ext uri="{FF2B5EF4-FFF2-40B4-BE49-F238E27FC236}">
                  <a16:creationId xmlns:a16="http://schemas.microsoft.com/office/drawing/2014/main" id="{705B0255-BC2F-F290-B0F8-BAEFE5B78843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32" name="CasellaDiTesto 131">
              <a:extLst>
                <a:ext uri="{FF2B5EF4-FFF2-40B4-BE49-F238E27FC236}">
                  <a16:creationId xmlns:a16="http://schemas.microsoft.com/office/drawing/2014/main" id="{6D2CE269-17B1-BECC-8A0C-68B4838CF6D0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LFB1 183 Cm</a:t>
              </a:r>
            </a:p>
          </p:txBody>
        </p:sp>
        <p:grpSp>
          <p:nvGrpSpPr>
            <p:cNvPr id="133" name="Gruppo 132">
              <a:extLst>
                <a:ext uri="{FF2B5EF4-FFF2-40B4-BE49-F238E27FC236}">
                  <a16:creationId xmlns:a16="http://schemas.microsoft.com/office/drawing/2014/main" id="{095F4F2A-1CA2-FC36-8BF3-0BF9112F06D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37" name="Ovale 136">
                <a:extLst>
                  <a:ext uri="{FF2B5EF4-FFF2-40B4-BE49-F238E27FC236}">
                    <a16:creationId xmlns:a16="http://schemas.microsoft.com/office/drawing/2014/main" id="{3961C619-6B43-1015-62DF-AA864A3F4C5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8" name="CasellaDiTesto 137">
                <a:extLst>
                  <a:ext uri="{FF2B5EF4-FFF2-40B4-BE49-F238E27FC236}">
                    <a16:creationId xmlns:a16="http://schemas.microsoft.com/office/drawing/2014/main" id="{9D5B97EA-8DF8-6AEB-30CC-D74C523C8B0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16</a:t>
                </a:r>
              </a:p>
            </p:txBody>
          </p:sp>
        </p:grpSp>
        <p:grpSp>
          <p:nvGrpSpPr>
            <p:cNvPr id="134" name="Gruppo 133">
              <a:extLst>
                <a:ext uri="{FF2B5EF4-FFF2-40B4-BE49-F238E27FC236}">
                  <a16:creationId xmlns:a16="http://schemas.microsoft.com/office/drawing/2014/main" id="{D4A8A0B4-1858-3B16-6C75-55EDDFC1C98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35" name="Ovale 134">
                <a:extLst>
                  <a:ext uri="{FF2B5EF4-FFF2-40B4-BE49-F238E27FC236}">
                    <a16:creationId xmlns:a16="http://schemas.microsoft.com/office/drawing/2014/main" id="{DD07AD1A-9C77-1CAD-4C89-F6211E1B6EA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36" name="CasellaDiTesto 135">
                <a:extLst>
                  <a:ext uri="{FF2B5EF4-FFF2-40B4-BE49-F238E27FC236}">
                    <a16:creationId xmlns:a16="http://schemas.microsoft.com/office/drawing/2014/main" id="{8917690F-02C0-0BE4-6129-13F3D414463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39" name="Gruppo 138">
            <a:extLst>
              <a:ext uri="{FF2B5EF4-FFF2-40B4-BE49-F238E27FC236}">
                <a16:creationId xmlns:a16="http://schemas.microsoft.com/office/drawing/2014/main" id="{3A1D9E99-F553-6C32-DA95-5184DA36BA51}"/>
              </a:ext>
            </a:extLst>
          </p:cNvPr>
          <p:cNvGrpSpPr/>
          <p:nvPr/>
        </p:nvGrpSpPr>
        <p:grpSpPr>
          <a:xfrm>
            <a:off x="1262473" y="1707479"/>
            <a:ext cx="1460066" cy="222843"/>
            <a:chOff x="3923267" y="734293"/>
            <a:chExt cx="1460066" cy="222843"/>
          </a:xfrm>
        </p:grpSpPr>
        <p:sp>
          <p:nvSpPr>
            <p:cNvPr id="140" name="Rettangolo con due angoli in diagonale arrotondati 139">
              <a:extLst>
                <a:ext uri="{FF2B5EF4-FFF2-40B4-BE49-F238E27FC236}">
                  <a16:creationId xmlns:a16="http://schemas.microsoft.com/office/drawing/2014/main" id="{FD2CFD50-98CC-E4B6-254F-3A2CD7A1D8C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41" name="CasellaDiTesto 140">
              <a:extLst>
                <a:ext uri="{FF2B5EF4-FFF2-40B4-BE49-F238E27FC236}">
                  <a16:creationId xmlns:a16="http://schemas.microsoft.com/office/drawing/2014/main" id="{F72CF118-138C-EC21-FB8D-28CE1C97DEBE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RFB2 183 Cm</a:t>
              </a:r>
            </a:p>
          </p:txBody>
        </p:sp>
        <p:grpSp>
          <p:nvGrpSpPr>
            <p:cNvPr id="142" name="Gruppo 141">
              <a:extLst>
                <a:ext uri="{FF2B5EF4-FFF2-40B4-BE49-F238E27FC236}">
                  <a16:creationId xmlns:a16="http://schemas.microsoft.com/office/drawing/2014/main" id="{A2AD3597-CE33-DC5F-D9B9-1463F54C31C2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46" name="Ovale 145">
                <a:extLst>
                  <a:ext uri="{FF2B5EF4-FFF2-40B4-BE49-F238E27FC236}">
                    <a16:creationId xmlns:a16="http://schemas.microsoft.com/office/drawing/2014/main" id="{3557C528-D8F4-5360-EB5E-59D91AC9D03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7" name="CasellaDiTesto 146">
                <a:extLst>
                  <a:ext uri="{FF2B5EF4-FFF2-40B4-BE49-F238E27FC236}">
                    <a16:creationId xmlns:a16="http://schemas.microsoft.com/office/drawing/2014/main" id="{FBBFE9DC-436E-97FF-C303-AFFD6226129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14</a:t>
                </a:r>
              </a:p>
            </p:txBody>
          </p:sp>
        </p:grpSp>
        <p:grpSp>
          <p:nvGrpSpPr>
            <p:cNvPr id="143" name="Gruppo 142">
              <a:extLst>
                <a:ext uri="{FF2B5EF4-FFF2-40B4-BE49-F238E27FC236}">
                  <a16:creationId xmlns:a16="http://schemas.microsoft.com/office/drawing/2014/main" id="{66C32229-140C-6FC2-9D06-35BFACDF684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44" name="Ovale 143">
                <a:extLst>
                  <a:ext uri="{FF2B5EF4-FFF2-40B4-BE49-F238E27FC236}">
                    <a16:creationId xmlns:a16="http://schemas.microsoft.com/office/drawing/2014/main" id="{9ABFCED5-FA91-BFC8-6246-76266C39D7A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45" name="CasellaDiTesto 144">
                <a:extLst>
                  <a:ext uri="{FF2B5EF4-FFF2-40B4-BE49-F238E27FC236}">
                    <a16:creationId xmlns:a16="http://schemas.microsoft.com/office/drawing/2014/main" id="{49F71437-1047-464B-785E-0C2E2FB4E933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57" name="Gruppo 156">
            <a:extLst>
              <a:ext uri="{FF2B5EF4-FFF2-40B4-BE49-F238E27FC236}">
                <a16:creationId xmlns:a16="http://schemas.microsoft.com/office/drawing/2014/main" id="{D127FC5E-2AE9-2C98-7901-17421C88D13A}"/>
              </a:ext>
            </a:extLst>
          </p:cNvPr>
          <p:cNvGrpSpPr/>
          <p:nvPr/>
        </p:nvGrpSpPr>
        <p:grpSpPr>
          <a:xfrm>
            <a:off x="6430619" y="3605920"/>
            <a:ext cx="1460066" cy="220379"/>
            <a:chOff x="3923267" y="734293"/>
            <a:chExt cx="1460066" cy="220379"/>
          </a:xfrm>
        </p:grpSpPr>
        <p:sp>
          <p:nvSpPr>
            <p:cNvPr id="158" name="Rettangolo con due angoli in diagonale arrotondati 157">
              <a:extLst>
                <a:ext uri="{FF2B5EF4-FFF2-40B4-BE49-F238E27FC236}">
                  <a16:creationId xmlns:a16="http://schemas.microsoft.com/office/drawing/2014/main" id="{B7310E25-22C0-C083-E621-B6EEA61381A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59" name="CasellaDiTesto 158">
              <a:extLst>
                <a:ext uri="{FF2B5EF4-FFF2-40B4-BE49-F238E27FC236}">
                  <a16:creationId xmlns:a16="http://schemas.microsoft.com/office/drawing/2014/main" id="{E1043A7C-72B3-B9FF-A36E-33AB028A66A8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LW1 185 Cm</a:t>
              </a:r>
            </a:p>
          </p:txBody>
        </p:sp>
        <p:grpSp>
          <p:nvGrpSpPr>
            <p:cNvPr id="160" name="Gruppo 159">
              <a:extLst>
                <a:ext uri="{FF2B5EF4-FFF2-40B4-BE49-F238E27FC236}">
                  <a16:creationId xmlns:a16="http://schemas.microsoft.com/office/drawing/2014/main" id="{CDE0C190-3010-6857-4716-8286CEB7113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64" name="Ovale 163">
                <a:extLst>
                  <a:ext uri="{FF2B5EF4-FFF2-40B4-BE49-F238E27FC236}">
                    <a16:creationId xmlns:a16="http://schemas.microsoft.com/office/drawing/2014/main" id="{DC5EFE98-5FCE-957A-4EE2-A49D037A58D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65" name="CasellaDiTesto 164">
                <a:extLst>
                  <a:ext uri="{FF2B5EF4-FFF2-40B4-BE49-F238E27FC236}">
                    <a16:creationId xmlns:a16="http://schemas.microsoft.com/office/drawing/2014/main" id="{E011A588-FE71-A546-AB72-826214BE49DE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161" name="Gruppo 160">
              <a:extLst>
                <a:ext uri="{FF2B5EF4-FFF2-40B4-BE49-F238E27FC236}">
                  <a16:creationId xmlns:a16="http://schemas.microsoft.com/office/drawing/2014/main" id="{DD89B993-9582-8895-C82C-D7214E6DF6C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62" name="Ovale 161">
                <a:extLst>
                  <a:ext uri="{FF2B5EF4-FFF2-40B4-BE49-F238E27FC236}">
                    <a16:creationId xmlns:a16="http://schemas.microsoft.com/office/drawing/2014/main" id="{74C221FB-7240-DB84-10A1-231BD2A04B1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63" name="CasellaDiTesto 162">
                <a:extLst>
                  <a:ext uri="{FF2B5EF4-FFF2-40B4-BE49-F238E27FC236}">
                    <a16:creationId xmlns:a16="http://schemas.microsoft.com/office/drawing/2014/main" id="{9E4DCB5B-1DA1-380E-2D84-2EF520FBCF3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84" name="Gruppo 183">
            <a:extLst>
              <a:ext uri="{FF2B5EF4-FFF2-40B4-BE49-F238E27FC236}">
                <a16:creationId xmlns:a16="http://schemas.microsoft.com/office/drawing/2014/main" id="{345D17CD-D4C3-73FC-F43E-FA80850B6918}"/>
              </a:ext>
            </a:extLst>
          </p:cNvPr>
          <p:cNvGrpSpPr/>
          <p:nvPr/>
        </p:nvGrpSpPr>
        <p:grpSpPr>
          <a:xfrm>
            <a:off x="6430619" y="3799194"/>
            <a:ext cx="1460066" cy="222843"/>
            <a:chOff x="3923267" y="734293"/>
            <a:chExt cx="1460066" cy="222843"/>
          </a:xfrm>
        </p:grpSpPr>
        <p:sp>
          <p:nvSpPr>
            <p:cNvPr id="185" name="Rettangolo con due angoli in diagonale arrotondati 184">
              <a:extLst>
                <a:ext uri="{FF2B5EF4-FFF2-40B4-BE49-F238E27FC236}">
                  <a16:creationId xmlns:a16="http://schemas.microsoft.com/office/drawing/2014/main" id="{BFBBB462-95A9-0372-4464-A9072453B57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86" name="CasellaDiTesto 185">
              <a:extLst>
                <a:ext uri="{FF2B5EF4-FFF2-40B4-BE49-F238E27FC236}">
                  <a16:creationId xmlns:a16="http://schemas.microsoft.com/office/drawing/2014/main" id="{9D4FEC01-A949-57BF-A09A-2DB1F42C09C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LW2 184 Cm</a:t>
              </a:r>
            </a:p>
          </p:txBody>
        </p:sp>
        <p:grpSp>
          <p:nvGrpSpPr>
            <p:cNvPr id="187" name="Gruppo 186">
              <a:extLst>
                <a:ext uri="{FF2B5EF4-FFF2-40B4-BE49-F238E27FC236}">
                  <a16:creationId xmlns:a16="http://schemas.microsoft.com/office/drawing/2014/main" id="{BBBCEF03-24C7-4131-1AC5-268687269BBD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91" name="Ovale 190">
                <a:extLst>
                  <a:ext uri="{FF2B5EF4-FFF2-40B4-BE49-F238E27FC236}">
                    <a16:creationId xmlns:a16="http://schemas.microsoft.com/office/drawing/2014/main" id="{E57BE190-221D-9E80-AB09-093D4603511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92" name="CasellaDiTesto 191">
                <a:extLst>
                  <a:ext uri="{FF2B5EF4-FFF2-40B4-BE49-F238E27FC236}">
                    <a16:creationId xmlns:a16="http://schemas.microsoft.com/office/drawing/2014/main" id="{CF580CB8-A584-A769-04E3-968CAA6744F5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188" name="Gruppo 187">
              <a:extLst>
                <a:ext uri="{FF2B5EF4-FFF2-40B4-BE49-F238E27FC236}">
                  <a16:creationId xmlns:a16="http://schemas.microsoft.com/office/drawing/2014/main" id="{B8827CBA-3EF7-3482-0105-E7B65C37CFB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9" name="Ovale 188">
                <a:extLst>
                  <a:ext uri="{FF2B5EF4-FFF2-40B4-BE49-F238E27FC236}">
                    <a16:creationId xmlns:a16="http://schemas.microsoft.com/office/drawing/2014/main" id="{B6E6E46D-D504-6D04-7370-696856FBF60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90" name="CasellaDiTesto 189">
                <a:extLst>
                  <a:ext uri="{FF2B5EF4-FFF2-40B4-BE49-F238E27FC236}">
                    <a16:creationId xmlns:a16="http://schemas.microsoft.com/office/drawing/2014/main" id="{8A8FD25D-0B02-383A-8F30-E969039C32A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93" name="Gruppo 192">
            <a:extLst>
              <a:ext uri="{FF2B5EF4-FFF2-40B4-BE49-F238E27FC236}">
                <a16:creationId xmlns:a16="http://schemas.microsoft.com/office/drawing/2014/main" id="{B94CBCC8-CDBC-0078-F04E-22103A413FF8}"/>
              </a:ext>
            </a:extLst>
          </p:cNvPr>
          <p:cNvGrpSpPr/>
          <p:nvPr/>
        </p:nvGrpSpPr>
        <p:grpSpPr>
          <a:xfrm>
            <a:off x="3841541" y="1055475"/>
            <a:ext cx="1460066" cy="222843"/>
            <a:chOff x="3923267" y="734293"/>
            <a:chExt cx="1460066" cy="222843"/>
          </a:xfrm>
        </p:grpSpPr>
        <p:sp>
          <p:nvSpPr>
            <p:cNvPr id="194" name="Rettangolo con due angoli in diagonale arrotondati 193">
              <a:extLst>
                <a:ext uri="{FF2B5EF4-FFF2-40B4-BE49-F238E27FC236}">
                  <a16:creationId xmlns:a16="http://schemas.microsoft.com/office/drawing/2014/main" id="{6213B81E-88FF-9C00-57D8-954B5AC5D6E5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95" name="CasellaDiTesto 194">
              <a:extLst>
                <a:ext uri="{FF2B5EF4-FFF2-40B4-BE49-F238E27FC236}">
                  <a16:creationId xmlns:a16="http://schemas.microsoft.com/office/drawing/2014/main" id="{0A8BEC2C-10A4-3E8B-B47C-8E93FC0A47DF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GK3</a:t>
              </a:r>
            </a:p>
          </p:txBody>
        </p:sp>
        <p:grpSp>
          <p:nvGrpSpPr>
            <p:cNvPr id="196" name="Gruppo 195">
              <a:extLst>
                <a:ext uri="{FF2B5EF4-FFF2-40B4-BE49-F238E27FC236}">
                  <a16:creationId xmlns:a16="http://schemas.microsoft.com/office/drawing/2014/main" id="{D38C9340-34C5-F4EA-3920-503ADAD0407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0" name="Ovale 199">
                <a:extLst>
                  <a:ext uri="{FF2B5EF4-FFF2-40B4-BE49-F238E27FC236}">
                    <a16:creationId xmlns:a16="http://schemas.microsoft.com/office/drawing/2014/main" id="{FB73044F-D699-4F9F-A744-9DE29988E45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201" name="CasellaDiTesto 200">
                <a:extLst>
                  <a:ext uri="{FF2B5EF4-FFF2-40B4-BE49-F238E27FC236}">
                    <a16:creationId xmlns:a16="http://schemas.microsoft.com/office/drawing/2014/main" id="{0CEA0393-E90A-C61C-092E-372A1E26ADF6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</a:t>
                </a:r>
              </a:p>
            </p:txBody>
          </p:sp>
        </p:grpSp>
        <p:grpSp>
          <p:nvGrpSpPr>
            <p:cNvPr id="197" name="Gruppo 196">
              <a:extLst>
                <a:ext uri="{FF2B5EF4-FFF2-40B4-BE49-F238E27FC236}">
                  <a16:creationId xmlns:a16="http://schemas.microsoft.com/office/drawing/2014/main" id="{2EF77D4E-948A-0781-FA45-E2B7E02EDC54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98" name="Ovale 197">
                <a:extLst>
                  <a:ext uri="{FF2B5EF4-FFF2-40B4-BE49-F238E27FC236}">
                    <a16:creationId xmlns:a16="http://schemas.microsoft.com/office/drawing/2014/main" id="{EAFE7BCE-FBC5-7307-6B1C-615657EF865F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99" name="CasellaDiTesto 198">
                <a:extLst>
                  <a:ext uri="{FF2B5EF4-FFF2-40B4-BE49-F238E27FC236}">
                    <a16:creationId xmlns:a16="http://schemas.microsoft.com/office/drawing/2014/main" id="{48030238-52D0-C01F-64EA-6C3912A26A2C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02" name="Gruppo 201">
            <a:extLst>
              <a:ext uri="{FF2B5EF4-FFF2-40B4-BE49-F238E27FC236}">
                <a16:creationId xmlns:a16="http://schemas.microsoft.com/office/drawing/2014/main" id="{E5F60B7D-F5DA-283E-6801-5236AA195B55}"/>
              </a:ext>
            </a:extLst>
          </p:cNvPr>
          <p:cNvGrpSpPr/>
          <p:nvPr/>
        </p:nvGrpSpPr>
        <p:grpSpPr>
          <a:xfrm>
            <a:off x="6481023" y="1695319"/>
            <a:ext cx="1460066" cy="222843"/>
            <a:chOff x="3923267" y="734293"/>
            <a:chExt cx="1460066" cy="222843"/>
          </a:xfrm>
        </p:grpSpPr>
        <p:sp>
          <p:nvSpPr>
            <p:cNvPr id="203" name="Rettangolo con due angoli in diagonale arrotondati 202">
              <a:extLst>
                <a:ext uri="{FF2B5EF4-FFF2-40B4-BE49-F238E27FC236}">
                  <a16:creationId xmlns:a16="http://schemas.microsoft.com/office/drawing/2014/main" id="{82C20E89-9D67-3550-8574-798956CA04B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04" name="CasellaDiTesto 203">
              <a:extLst>
                <a:ext uri="{FF2B5EF4-FFF2-40B4-BE49-F238E27FC236}">
                  <a16:creationId xmlns:a16="http://schemas.microsoft.com/office/drawing/2014/main" id="{670ADCC4-ED53-BF37-D9C2-9090145E875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LFB2 176 Cm</a:t>
              </a:r>
            </a:p>
          </p:txBody>
        </p:sp>
        <p:grpSp>
          <p:nvGrpSpPr>
            <p:cNvPr id="205" name="Gruppo 204">
              <a:extLst>
                <a:ext uri="{FF2B5EF4-FFF2-40B4-BE49-F238E27FC236}">
                  <a16:creationId xmlns:a16="http://schemas.microsoft.com/office/drawing/2014/main" id="{38084303-B470-0344-D2D4-C7BE2E89D81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09" name="Ovale 208">
                <a:extLst>
                  <a:ext uri="{FF2B5EF4-FFF2-40B4-BE49-F238E27FC236}">
                    <a16:creationId xmlns:a16="http://schemas.microsoft.com/office/drawing/2014/main" id="{CF1D2CA9-532B-B252-17FB-437D2CFA22F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0" name="CasellaDiTesto 209">
                <a:extLst>
                  <a:ext uri="{FF2B5EF4-FFF2-40B4-BE49-F238E27FC236}">
                    <a16:creationId xmlns:a16="http://schemas.microsoft.com/office/drawing/2014/main" id="{179C32C7-2247-BA20-DE14-0B6C09883EA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17</a:t>
                </a:r>
              </a:p>
            </p:txBody>
          </p:sp>
        </p:grpSp>
        <p:grpSp>
          <p:nvGrpSpPr>
            <p:cNvPr id="206" name="Gruppo 205">
              <a:extLst>
                <a:ext uri="{FF2B5EF4-FFF2-40B4-BE49-F238E27FC236}">
                  <a16:creationId xmlns:a16="http://schemas.microsoft.com/office/drawing/2014/main" id="{334E36A9-DAD2-FF80-BF0D-F7980F2F390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07" name="Ovale 206">
                <a:extLst>
                  <a:ext uri="{FF2B5EF4-FFF2-40B4-BE49-F238E27FC236}">
                    <a16:creationId xmlns:a16="http://schemas.microsoft.com/office/drawing/2014/main" id="{712A07DD-3CFE-6AEC-1E87-8294F022393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08" name="CasellaDiTesto 207">
                <a:extLst>
                  <a:ext uri="{FF2B5EF4-FFF2-40B4-BE49-F238E27FC236}">
                    <a16:creationId xmlns:a16="http://schemas.microsoft.com/office/drawing/2014/main" id="{6494CF8F-BAC3-9D63-D91C-C3B7B0231F2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11" name="Picture 2">
            <a:extLst>
              <a:ext uri="{FF2B5EF4-FFF2-40B4-BE49-F238E27FC236}">
                <a16:creationId xmlns:a16="http://schemas.microsoft.com/office/drawing/2014/main" id="{E0600CA3-A6E2-11FE-33B4-3F841ABE4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1518203" y="139143"/>
            <a:ext cx="343125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uppo 211">
            <a:extLst>
              <a:ext uri="{FF2B5EF4-FFF2-40B4-BE49-F238E27FC236}">
                <a16:creationId xmlns:a16="http://schemas.microsoft.com/office/drawing/2014/main" id="{2365CD8D-CB64-7CF6-7AB4-9D6458E6476E}"/>
              </a:ext>
            </a:extLst>
          </p:cNvPr>
          <p:cNvGrpSpPr/>
          <p:nvPr/>
        </p:nvGrpSpPr>
        <p:grpSpPr>
          <a:xfrm>
            <a:off x="3841541" y="680888"/>
            <a:ext cx="1460066" cy="220379"/>
            <a:chOff x="3923267" y="734293"/>
            <a:chExt cx="1460066" cy="220379"/>
          </a:xfrm>
        </p:grpSpPr>
        <p:sp>
          <p:nvSpPr>
            <p:cNvPr id="213" name="Rettangolo con due angoli in diagonale arrotondati 212">
              <a:extLst>
                <a:ext uri="{FF2B5EF4-FFF2-40B4-BE49-F238E27FC236}">
                  <a16:creationId xmlns:a16="http://schemas.microsoft.com/office/drawing/2014/main" id="{D5ECBBC9-71AA-E6C6-909A-7B2C37AAF1E9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14" name="CasellaDiTesto 213">
              <a:extLst>
                <a:ext uri="{FF2B5EF4-FFF2-40B4-BE49-F238E27FC236}">
                  <a16:creationId xmlns:a16="http://schemas.microsoft.com/office/drawing/2014/main" id="{0A1EA7A9-46DA-8237-1B3E-6F09CA580D71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GK1</a:t>
              </a:r>
            </a:p>
          </p:txBody>
        </p:sp>
        <p:grpSp>
          <p:nvGrpSpPr>
            <p:cNvPr id="215" name="Gruppo 214">
              <a:extLst>
                <a:ext uri="{FF2B5EF4-FFF2-40B4-BE49-F238E27FC236}">
                  <a16:creationId xmlns:a16="http://schemas.microsoft.com/office/drawing/2014/main" id="{082B5A75-8AFF-6077-4ED6-1EE4FC085CD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19" name="Ovale 218">
                <a:extLst>
                  <a:ext uri="{FF2B5EF4-FFF2-40B4-BE49-F238E27FC236}">
                    <a16:creationId xmlns:a16="http://schemas.microsoft.com/office/drawing/2014/main" id="{58F27DAF-4A67-BBB3-2857-BFD8F12CECD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0" name="CasellaDiTesto 219">
                <a:extLst>
                  <a:ext uri="{FF2B5EF4-FFF2-40B4-BE49-F238E27FC236}">
                    <a16:creationId xmlns:a16="http://schemas.microsoft.com/office/drawing/2014/main" id="{3931D463-E17B-A6ED-3C4C-4C5BF1F55A89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</a:t>
                </a:r>
              </a:p>
            </p:txBody>
          </p:sp>
        </p:grpSp>
        <p:grpSp>
          <p:nvGrpSpPr>
            <p:cNvPr id="216" name="Gruppo 215">
              <a:extLst>
                <a:ext uri="{FF2B5EF4-FFF2-40B4-BE49-F238E27FC236}">
                  <a16:creationId xmlns:a16="http://schemas.microsoft.com/office/drawing/2014/main" id="{7DA4715C-8D7A-1FB0-5C4B-D2A8840F96D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17" name="Ovale 216">
                <a:extLst>
                  <a:ext uri="{FF2B5EF4-FFF2-40B4-BE49-F238E27FC236}">
                    <a16:creationId xmlns:a16="http://schemas.microsoft.com/office/drawing/2014/main" id="{2D066421-00AF-1719-E314-1B8623C9568A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18" name="CasellaDiTesto 217">
                <a:extLst>
                  <a:ext uri="{FF2B5EF4-FFF2-40B4-BE49-F238E27FC236}">
                    <a16:creationId xmlns:a16="http://schemas.microsoft.com/office/drawing/2014/main" id="{7DB2A3FA-524C-E2A2-825B-6D29CAA8039E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21" name="Gruppo 220">
            <a:extLst>
              <a:ext uri="{FF2B5EF4-FFF2-40B4-BE49-F238E27FC236}">
                <a16:creationId xmlns:a16="http://schemas.microsoft.com/office/drawing/2014/main" id="{F2D1CA7E-B6BB-9552-1D6A-899C1629BA4A}"/>
              </a:ext>
            </a:extLst>
          </p:cNvPr>
          <p:cNvGrpSpPr/>
          <p:nvPr/>
        </p:nvGrpSpPr>
        <p:grpSpPr>
          <a:xfrm>
            <a:off x="4720580" y="1696839"/>
            <a:ext cx="1460066" cy="222843"/>
            <a:chOff x="3923267" y="734293"/>
            <a:chExt cx="1460066" cy="222843"/>
          </a:xfrm>
        </p:grpSpPr>
        <p:sp>
          <p:nvSpPr>
            <p:cNvPr id="222" name="Rettangolo con due angoli in diagonale arrotondati 221">
              <a:extLst>
                <a:ext uri="{FF2B5EF4-FFF2-40B4-BE49-F238E27FC236}">
                  <a16:creationId xmlns:a16="http://schemas.microsoft.com/office/drawing/2014/main" id="{F88612DE-7C14-1B1B-9A21-ED6B0E45F6D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23" name="CasellaDiTesto 222">
              <a:extLst>
                <a:ext uri="{FF2B5EF4-FFF2-40B4-BE49-F238E27FC236}">
                  <a16:creationId xmlns:a16="http://schemas.microsoft.com/office/drawing/2014/main" id="{4F412127-4DC8-956E-8F41-04D2F551A283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LCB2 182 Cm</a:t>
              </a:r>
            </a:p>
          </p:txBody>
        </p:sp>
        <p:grpSp>
          <p:nvGrpSpPr>
            <p:cNvPr id="224" name="Gruppo 223">
              <a:extLst>
                <a:ext uri="{FF2B5EF4-FFF2-40B4-BE49-F238E27FC236}">
                  <a16:creationId xmlns:a16="http://schemas.microsoft.com/office/drawing/2014/main" id="{C4F68D3F-53F7-BBB8-C0CA-CE4027DFA83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28" name="Ovale 227">
                <a:extLst>
                  <a:ext uri="{FF2B5EF4-FFF2-40B4-BE49-F238E27FC236}">
                    <a16:creationId xmlns:a16="http://schemas.microsoft.com/office/drawing/2014/main" id="{2CE5BA84-D0C2-17C1-CEAE-51D7B9A048D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9" name="CasellaDiTesto 228">
                <a:extLst>
                  <a:ext uri="{FF2B5EF4-FFF2-40B4-BE49-F238E27FC236}">
                    <a16:creationId xmlns:a16="http://schemas.microsoft.com/office/drawing/2014/main" id="{AB2B568D-DD7E-E5A4-F882-3DF741EBE56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11</a:t>
                </a:r>
              </a:p>
            </p:txBody>
          </p:sp>
        </p:grpSp>
        <p:grpSp>
          <p:nvGrpSpPr>
            <p:cNvPr id="225" name="Gruppo 224">
              <a:extLst>
                <a:ext uri="{FF2B5EF4-FFF2-40B4-BE49-F238E27FC236}">
                  <a16:creationId xmlns:a16="http://schemas.microsoft.com/office/drawing/2014/main" id="{B45C7A3A-C9F5-D377-2BFF-E23B2B56028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26" name="Ovale 225">
                <a:extLst>
                  <a:ext uri="{FF2B5EF4-FFF2-40B4-BE49-F238E27FC236}">
                    <a16:creationId xmlns:a16="http://schemas.microsoft.com/office/drawing/2014/main" id="{BADEB5C2-C881-A148-7FFA-6E043A41A9E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27" name="CasellaDiTesto 226">
                <a:extLst>
                  <a:ext uri="{FF2B5EF4-FFF2-40B4-BE49-F238E27FC236}">
                    <a16:creationId xmlns:a16="http://schemas.microsoft.com/office/drawing/2014/main" id="{96BAEBC1-A21A-BDB6-E943-6E10663694C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66" name="Picture 2">
            <a:extLst>
              <a:ext uri="{FF2B5EF4-FFF2-40B4-BE49-F238E27FC236}">
                <a16:creationId xmlns:a16="http://schemas.microsoft.com/office/drawing/2014/main" id="{BF076D55-E540-B671-960A-10604A3FD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053" y="98436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4">
            <a:extLst>
              <a:ext uri="{FF2B5EF4-FFF2-40B4-BE49-F238E27FC236}">
                <a16:creationId xmlns:a16="http://schemas.microsoft.com/office/drawing/2014/main" id="{0F912334-155F-A78C-02F7-7E1BAACEF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296" y="15940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6">
            <a:extLst>
              <a:ext uri="{FF2B5EF4-FFF2-40B4-BE49-F238E27FC236}">
                <a16:creationId xmlns:a16="http://schemas.microsoft.com/office/drawing/2014/main" id="{0AE4F43D-23A7-9B88-7F57-80593DE87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658" y="98436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Picture 18">
            <a:extLst>
              <a:ext uri="{FF2B5EF4-FFF2-40B4-BE49-F238E27FC236}">
                <a16:creationId xmlns:a16="http://schemas.microsoft.com/office/drawing/2014/main" id="{B4F935B0-2D5D-4A64-2A1E-40767095C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764" y="98436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Picture 20">
            <a:extLst>
              <a:ext uri="{FF2B5EF4-FFF2-40B4-BE49-F238E27FC236}">
                <a16:creationId xmlns:a16="http://schemas.microsoft.com/office/drawing/2014/main" id="{0E750E3C-FEB9-C6B4-4775-1BAEEE84F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342" y="98436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6" name="Gruppo 285">
            <a:extLst>
              <a:ext uri="{FF2B5EF4-FFF2-40B4-BE49-F238E27FC236}">
                <a16:creationId xmlns:a16="http://schemas.microsoft.com/office/drawing/2014/main" id="{D46DCFD0-170E-7210-9CB9-C16CC986A2EE}"/>
              </a:ext>
            </a:extLst>
          </p:cNvPr>
          <p:cNvGrpSpPr/>
          <p:nvPr/>
        </p:nvGrpSpPr>
        <p:grpSpPr>
          <a:xfrm>
            <a:off x="2965645" y="1898542"/>
            <a:ext cx="1460066" cy="222843"/>
            <a:chOff x="3923267" y="734293"/>
            <a:chExt cx="1460066" cy="222843"/>
          </a:xfrm>
        </p:grpSpPr>
        <p:sp>
          <p:nvSpPr>
            <p:cNvPr id="287" name="Rettangolo con due angoli in diagonale arrotondati 286">
              <a:extLst>
                <a:ext uri="{FF2B5EF4-FFF2-40B4-BE49-F238E27FC236}">
                  <a16:creationId xmlns:a16="http://schemas.microsoft.com/office/drawing/2014/main" id="{87E740F9-368E-EDBE-FFEC-652857738E02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88" name="CasellaDiTesto 287">
              <a:extLst>
                <a:ext uri="{FF2B5EF4-FFF2-40B4-BE49-F238E27FC236}">
                  <a16:creationId xmlns:a16="http://schemas.microsoft.com/office/drawing/2014/main" id="{6D134192-67BF-E8D3-BECE-326A6B226B4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RCB3 184 Cm</a:t>
              </a:r>
            </a:p>
          </p:txBody>
        </p:sp>
        <p:grpSp>
          <p:nvGrpSpPr>
            <p:cNvPr id="289" name="Gruppo 288">
              <a:extLst>
                <a:ext uri="{FF2B5EF4-FFF2-40B4-BE49-F238E27FC236}">
                  <a16:creationId xmlns:a16="http://schemas.microsoft.com/office/drawing/2014/main" id="{24B67C99-19EC-2E04-24E3-1FBB219E9F4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93" name="Ovale 292">
                <a:extLst>
                  <a:ext uri="{FF2B5EF4-FFF2-40B4-BE49-F238E27FC236}">
                    <a16:creationId xmlns:a16="http://schemas.microsoft.com/office/drawing/2014/main" id="{FF962992-2CEA-D8FA-4E04-46B1E070D307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4" name="CasellaDiTesto 293">
                <a:extLst>
                  <a:ext uri="{FF2B5EF4-FFF2-40B4-BE49-F238E27FC236}">
                    <a16:creationId xmlns:a16="http://schemas.microsoft.com/office/drawing/2014/main" id="{456905AC-56BC-5B58-0FA5-5550AB255949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6</a:t>
                </a:r>
              </a:p>
            </p:txBody>
          </p:sp>
        </p:grpSp>
        <p:grpSp>
          <p:nvGrpSpPr>
            <p:cNvPr id="290" name="Gruppo 289">
              <a:extLst>
                <a:ext uri="{FF2B5EF4-FFF2-40B4-BE49-F238E27FC236}">
                  <a16:creationId xmlns:a16="http://schemas.microsoft.com/office/drawing/2014/main" id="{B560D6A8-F998-F556-4934-B025C5B9F54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91" name="Ovale 290">
                <a:extLst>
                  <a:ext uri="{FF2B5EF4-FFF2-40B4-BE49-F238E27FC236}">
                    <a16:creationId xmlns:a16="http://schemas.microsoft.com/office/drawing/2014/main" id="{8D9541D3-82C7-5457-E839-588D38F71DE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92" name="CasellaDiTesto 291">
                <a:extLst>
                  <a:ext uri="{FF2B5EF4-FFF2-40B4-BE49-F238E27FC236}">
                    <a16:creationId xmlns:a16="http://schemas.microsoft.com/office/drawing/2014/main" id="{68BFD8FA-E66C-1B9A-6F74-6D4FD99B336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04" name="Gruppo 303">
            <a:extLst>
              <a:ext uri="{FF2B5EF4-FFF2-40B4-BE49-F238E27FC236}">
                <a16:creationId xmlns:a16="http://schemas.microsoft.com/office/drawing/2014/main" id="{206B3DDC-1B6E-A4B6-4B22-891AC181B806}"/>
              </a:ext>
            </a:extLst>
          </p:cNvPr>
          <p:cNvGrpSpPr/>
          <p:nvPr/>
        </p:nvGrpSpPr>
        <p:grpSpPr>
          <a:xfrm>
            <a:off x="4720580" y="1889210"/>
            <a:ext cx="1460066" cy="222843"/>
            <a:chOff x="3923267" y="734293"/>
            <a:chExt cx="1460066" cy="222843"/>
          </a:xfrm>
        </p:grpSpPr>
        <p:sp>
          <p:nvSpPr>
            <p:cNvPr id="305" name="Rettangolo con due angoli in diagonale arrotondati 304">
              <a:extLst>
                <a:ext uri="{FF2B5EF4-FFF2-40B4-BE49-F238E27FC236}">
                  <a16:creationId xmlns:a16="http://schemas.microsoft.com/office/drawing/2014/main" id="{555A4A9D-CFF7-A3D8-463A-D148EB63153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06" name="CasellaDiTesto 305">
              <a:extLst>
                <a:ext uri="{FF2B5EF4-FFF2-40B4-BE49-F238E27FC236}">
                  <a16:creationId xmlns:a16="http://schemas.microsoft.com/office/drawing/2014/main" id="{AB924300-5E1D-98FD-D57E-88195C6D88C6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LCB3 194 Cm</a:t>
              </a:r>
            </a:p>
          </p:txBody>
        </p:sp>
        <p:grpSp>
          <p:nvGrpSpPr>
            <p:cNvPr id="307" name="Gruppo 306">
              <a:extLst>
                <a:ext uri="{FF2B5EF4-FFF2-40B4-BE49-F238E27FC236}">
                  <a16:creationId xmlns:a16="http://schemas.microsoft.com/office/drawing/2014/main" id="{99295858-A0B9-5047-9C47-8DDB6419842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11" name="Ovale 310">
                <a:extLst>
                  <a:ext uri="{FF2B5EF4-FFF2-40B4-BE49-F238E27FC236}">
                    <a16:creationId xmlns:a16="http://schemas.microsoft.com/office/drawing/2014/main" id="{44DDE358-7397-59E5-9F4F-E66099D5195F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2" name="CasellaDiTesto 311">
                <a:extLst>
                  <a:ext uri="{FF2B5EF4-FFF2-40B4-BE49-F238E27FC236}">
                    <a16:creationId xmlns:a16="http://schemas.microsoft.com/office/drawing/2014/main" id="{EE822DE6-38AD-98CD-0512-5D4359B0694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12</a:t>
                </a:r>
              </a:p>
            </p:txBody>
          </p:sp>
        </p:grpSp>
        <p:grpSp>
          <p:nvGrpSpPr>
            <p:cNvPr id="308" name="Gruppo 307">
              <a:extLst>
                <a:ext uri="{FF2B5EF4-FFF2-40B4-BE49-F238E27FC236}">
                  <a16:creationId xmlns:a16="http://schemas.microsoft.com/office/drawing/2014/main" id="{770FA153-5BB1-43E8-5A54-512BE914D6CD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09" name="Ovale 308">
                <a:extLst>
                  <a:ext uri="{FF2B5EF4-FFF2-40B4-BE49-F238E27FC236}">
                    <a16:creationId xmlns:a16="http://schemas.microsoft.com/office/drawing/2014/main" id="{B2C75071-FBC7-7251-FA17-E75F6D434FA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10" name="CasellaDiTesto 309">
                <a:extLst>
                  <a:ext uri="{FF2B5EF4-FFF2-40B4-BE49-F238E27FC236}">
                    <a16:creationId xmlns:a16="http://schemas.microsoft.com/office/drawing/2014/main" id="{4CE40E35-26A1-9FB0-B5E9-556BA863A64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22" name="Gruppo 321">
            <a:extLst>
              <a:ext uri="{FF2B5EF4-FFF2-40B4-BE49-F238E27FC236}">
                <a16:creationId xmlns:a16="http://schemas.microsoft.com/office/drawing/2014/main" id="{4CCB9923-53C6-19AC-4439-30B60FDCA23C}"/>
              </a:ext>
            </a:extLst>
          </p:cNvPr>
          <p:cNvGrpSpPr/>
          <p:nvPr/>
        </p:nvGrpSpPr>
        <p:grpSpPr>
          <a:xfrm>
            <a:off x="1269960" y="1909623"/>
            <a:ext cx="1460066" cy="222843"/>
            <a:chOff x="3923267" y="734293"/>
            <a:chExt cx="1460066" cy="222843"/>
          </a:xfrm>
        </p:grpSpPr>
        <p:sp>
          <p:nvSpPr>
            <p:cNvPr id="323" name="Rettangolo con due angoli in diagonale arrotondati 322">
              <a:extLst>
                <a:ext uri="{FF2B5EF4-FFF2-40B4-BE49-F238E27FC236}">
                  <a16:creationId xmlns:a16="http://schemas.microsoft.com/office/drawing/2014/main" id="{4826B310-F568-B771-98B5-DEDADF2715FB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24" name="CasellaDiTesto 323">
              <a:extLst>
                <a:ext uri="{FF2B5EF4-FFF2-40B4-BE49-F238E27FC236}">
                  <a16:creationId xmlns:a16="http://schemas.microsoft.com/office/drawing/2014/main" id="{9B40FFF0-0F43-4FD2-1D0A-27B5587F05C2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RFB3 185 Cm</a:t>
              </a:r>
            </a:p>
          </p:txBody>
        </p:sp>
        <p:grpSp>
          <p:nvGrpSpPr>
            <p:cNvPr id="325" name="Gruppo 324">
              <a:extLst>
                <a:ext uri="{FF2B5EF4-FFF2-40B4-BE49-F238E27FC236}">
                  <a16:creationId xmlns:a16="http://schemas.microsoft.com/office/drawing/2014/main" id="{8FD90847-DEB7-9CBB-5E7A-9EFE316A8714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29" name="Ovale 328">
                <a:extLst>
                  <a:ext uri="{FF2B5EF4-FFF2-40B4-BE49-F238E27FC236}">
                    <a16:creationId xmlns:a16="http://schemas.microsoft.com/office/drawing/2014/main" id="{2EE2E86B-230C-D35C-606B-6FA4DA87679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0" name="CasellaDiTesto 329">
                <a:extLst>
                  <a:ext uri="{FF2B5EF4-FFF2-40B4-BE49-F238E27FC236}">
                    <a16:creationId xmlns:a16="http://schemas.microsoft.com/office/drawing/2014/main" id="{30E9EEDC-2E45-7B9D-7874-B923ADE1B08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15</a:t>
                </a:r>
              </a:p>
            </p:txBody>
          </p:sp>
        </p:grpSp>
        <p:grpSp>
          <p:nvGrpSpPr>
            <p:cNvPr id="326" name="Gruppo 325">
              <a:extLst>
                <a:ext uri="{FF2B5EF4-FFF2-40B4-BE49-F238E27FC236}">
                  <a16:creationId xmlns:a16="http://schemas.microsoft.com/office/drawing/2014/main" id="{CBA198A1-2093-99A5-A1D7-BCE69E15F8F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27" name="Ovale 326">
                <a:extLst>
                  <a:ext uri="{FF2B5EF4-FFF2-40B4-BE49-F238E27FC236}">
                    <a16:creationId xmlns:a16="http://schemas.microsoft.com/office/drawing/2014/main" id="{B1547518-2F1D-2F2C-DC1D-E320C6E276F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28" name="CasellaDiTesto 327">
                <a:extLst>
                  <a:ext uri="{FF2B5EF4-FFF2-40B4-BE49-F238E27FC236}">
                    <a16:creationId xmlns:a16="http://schemas.microsoft.com/office/drawing/2014/main" id="{D3D24F33-CE43-2793-5B51-0FE027233AC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31" name="Gruppo 330">
            <a:extLst>
              <a:ext uri="{FF2B5EF4-FFF2-40B4-BE49-F238E27FC236}">
                <a16:creationId xmlns:a16="http://schemas.microsoft.com/office/drawing/2014/main" id="{F29E6DC0-C57F-74B2-FF72-1E9C42ED6C99}"/>
              </a:ext>
            </a:extLst>
          </p:cNvPr>
          <p:cNvGrpSpPr/>
          <p:nvPr/>
        </p:nvGrpSpPr>
        <p:grpSpPr>
          <a:xfrm>
            <a:off x="6481023" y="1892262"/>
            <a:ext cx="1460066" cy="222843"/>
            <a:chOff x="3923267" y="734293"/>
            <a:chExt cx="1460066" cy="222843"/>
          </a:xfrm>
        </p:grpSpPr>
        <p:sp>
          <p:nvSpPr>
            <p:cNvPr id="332" name="Rettangolo con due angoli in diagonale arrotondati 331">
              <a:extLst>
                <a:ext uri="{FF2B5EF4-FFF2-40B4-BE49-F238E27FC236}">
                  <a16:creationId xmlns:a16="http://schemas.microsoft.com/office/drawing/2014/main" id="{ADA4A91C-43E5-0407-0E14-435EC60F67F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33" name="CasellaDiTesto 332">
              <a:extLst>
                <a:ext uri="{FF2B5EF4-FFF2-40B4-BE49-F238E27FC236}">
                  <a16:creationId xmlns:a16="http://schemas.microsoft.com/office/drawing/2014/main" id="{21EE61D4-9E37-2505-0335-5B927A5F233C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LFB3 185 Cm</a:t>
              </a:r>
            </a:p>
          </p:txBody>
        </p:sp>
        <p:grpSp>
          <p:nvGrpSpPr>
            <p:cNvPr id="334" name="Gruppo 333">
              <a:extLst>
                <a:ext uri="{FF2B5EF4-FFF2-40B4-BE49-F238E27FC236}">
                  <a16:creationId xmlns:a16="http://schemas.microsoft.com/office/drawing/2014/main" id="{D126F01E-A1CE-CCB0-C382-D53FAF7E6D55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38" name="Ovale 337">
                <a:extLst>
                  <a:ext uri="{FF2B5EF4-FFF2-40B4-BE49-F238E27FC236}">
                    <a16:creationId xmlns:a16="http://schemas.microsoft.com/office/drawing/2014/main" id="{BF458F70-4E88-9E32-4789-CE4E9A5CFF9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9" name="CasellaDiTesto 338">
                <a:extLst>
                  <a:ext uri="{FF2B5EF4-FFF2-40B4-BE49-F238E27FC236}">
                    <a16:creationId xmlns:a16="http://schemas.microsoft.com/office/drawing/2014/main" id="{1ACA89E9-31BE-CC9E-6FB4-EBAC36A305D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18</a:t>
                </a:r>
              </a:p>
            </p:txBody>
          </p:sp>
        </p:grpSp>
        <p:grpSp>
          <p:nvGrpSpPr>
            <p:cNvPr id="335" name="Gruppo 334">
              <a:extLst>
                <a:ext uri="{FF2B5EF4-FFF2-40B4-BE49-F238E27FC236}">
                  <a16:creationId xmlns:a16="http://schemas.microsoft.com/office/drawing/2014/main" id="{CCF5F2FF-E11F-FD12-0F3C-5F9FD317073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36" name="Ovale 335">
                <a:extLst>
                  <a:ext uri="{FF2B5EF4-FFF2-40B4-BE49-F238E27FC236}">
                    <a16:creationId xmlns:a16="http://schemas.microsoft.com/office/drawing/2014/main" id="{D6B931DD-4CCF-36EE-ABB1-137D0677C800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37" name="CasellaDiTesto 336">
                <a:extLst>
                  <a:ext uri="{FF2B5EF4-FFF2-40B4-BE49-F238E27FC236}">
                    <a16:creationId xmlns:a16="http://schemas.microsoft.com/office/drawing/2014/main" id="{3004F8B2-212B-7CD2-610F-6F2E3E94337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58" name="Gruppo 357">
            <a:extLst>
              <a:ext uri="{FF2B5EF4-FFF2-40B4-BE49-F238E27FC236}">
                <a16:creationId xmlns:a16="http://schemas.microsoft.com/office/drawing/2014/main" id="{B0600840-756D-0E26-364D-D7EBFE6F9007}"/>
              </a:ext>
            </a:extLst>
          </p:cNvPr>
          <p:cNvGrpSpPr/>
          <p:nvPr/>
        </p:nvGrpSpPr>
        <p:grpSpPr>
          <a:xfrm>
            <a:off x="6430619" y="3994932"/>
            <a:ext cx="1460066" cy="222843"/>
            <a:chOff x="3923267" y="734293"/>
            <a:chExt cx="1460066" cy="222843"/>
          </a:xfrm>
        </p:grpSpPr>
        <p:sp>
          <p:nvSpPr>
            <p:cNvPr id="359" name="Rettangolo con due angoli in diagonale arrotondati 358">
              <a:extLst>
                <a:ext uri="{FF2B5EF4-FFF2-40B4-BE49-F238E27FC236}">
                  <a16:creationId xmlns:a16="http://schemas.microsoft.com/office/drawing/2014/main" id="{A8F00BA1-8CFA-B824-8F7D-73278F1DE2D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60" name="CasellaDiTesto 359">
              <a:extLst>
                <a:ext uri="{FF2B5EF4-FFF2-40B4-BE49-F238E27FC236}">
                  <a16:creationId xmlns:a16="http://schemas.microsoft.com/office/drawing/2014/main" id="{8E5D289B-884E-BA80-53FE-4593F033E0B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LW3 184 Cm</a:t>
              </a:r>
            </a:p>
          </p:txBody>
        </p:sp>
        <p:grpSp>
          <p:nvGrpSpPr>
            <p:cNvPr id="361" name="Gruppo 360">
              <a:extLst>
                <a:ext uri="{FF2B5EF4-FFF2-40B4-BE49-F238E27FC236}">
                  <a16:creationId xmlns:a16="http://schemas.microsoft.com/office/drawing/2014/main" id="{6CAA30E8-C150-2AAE-A573-6ABCEADA489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65" name="Ovale 364">
                <a:extLst>
                  <a:ext uri="{FF2B5EF4-FFF2-40B4-BE49-F238E27FC236}">
                    <a16:creationId xmlns:a16="http://schemas.microsoft.com/office/drawing/2014/main" id="{6AFD172B-4926-9018-9374-E57E1B46D6E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66" name="CasellaDiTesto 365">
                <a:extLst>
                  <a:ext uri="{FF2B5EF4-FFF2-40B4-BE49-F238E27FC236}">
                    <a16:creationId xmlns:a16="http://schemas.microsoft.com/office/drawing/2014/main" id="{4EB96FAD-D86F-0BD0-2934-9CB972FBF83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362" name="Gruppo 361">
              <a:extLst>
                <a:ext uri="{FF2B5EF4-FFF2-40B4-BE49-F238E27FC236}">
                  <a16:creationId xmlns:a16="http://schemas.microsoft.com/office/drawing/2014/main" id="{6B25129D-FC7C-4381-41BE-5EAD9EAC4D9F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63" name="Ovale 362">
                <a:extLst>
                  <a:ext uri="{FF2B5EF4-FFF2-40B4-BE49-F238E27FC236}">
                    <a16:creationId xmlns:a16="http://schemas.microsoft.com/office/drawing/2014/main" id="{CBFC8B8B-5CB7-4E97-76E0-A3BC2D4D6AD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64" name="CasellaDiTesto 363">
                <a:extLst>
                  <a:ext uri="{FF2B5EF4-FFF2-40B4-BE49-F238E27FC236}">
                    <a16:creationId xmlns:a16="http://schemas.microsoft.com/office/drawing/2014/main" id="{74F9B951-AE27-1C16-12D9-66F8899B964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73" name="Picture 16">
            <a:extLst>
              <a:ext uri="{FF2B5EF4-FFF2-40B4-BE49-F238E27FC236}">
                <a16:creationId xmlns:a16="http://schemas.microsoft.com/office/drawing/2014/main" id="{6DB9CB69-5569-2483-C389-5B588588F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888" y="308379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7" name="Gruppo 366">
            <a:extLst>
              <a:ext uri="{FF2B5EF4-FFF2-40B4-BE49-F238E27FC236}">
                <a16:creationId xmlns:a16="http://schemas.microsoft.com/office/drawing/2014/main" id="{B4C4F131-798D-2DE7-2B20-9CF16BFA9209}"/>
              </a:ext>
            </a:extLst>
          </p:cNvPr>
          <p:cNvGrpSpPr/>
          <p:nvPr/>
        </p:nvGrpSpPr>
        <p:grpSpPr>
          <a:xfrm>
            <a:off x="1273431" y="3605920"/>
            <a:ext cx="1460066" cy="220379"/>
            <a:chOff x="3923267" y="734293"/>
            <a:chExt cx="1460066" cy="220379"/>
          </a:xfrm>
        </p:grpSpPr>
        <p:sp>
          <p:nvSpPr>
            <p:cNvPr id="368" name="Rettangolo con due angoli in diagonale arrotondati 367">
              <a:extLst>
                <a:ext uri="{FF2B5EF4-FFF2-40B4-BE49-F238E27FC236}">
                  <a16:creationId xmlns:a16="http://schemas.microsoft.com/office/drawing/2014/main" id="{1CA05EDA-1B0C-01D6-C2ED-8011D2DB653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69" name="CasellaDiTesto 368">
              <a:extLst>
                <a:ext uri="{FF2B5EF4-FFF2-40B4-BE49-F238E27FC236}">
                  <a16:creationId xmlns:a16="http://schemas.microsoft.com/office/drawing/2014/main" id="{F65D6976-2B3F-85AF-DFFF-3AFB2DD4F498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RW1 185 Cm</a:t>
              </a:r>
            </a:p>
          </p:txBody>
        </p:sp>
        <p:grpSp>
          <p:nvGrpSpPr>
            <p:cNvPr id="370" name="Gruppo 369">
              <a:extLst>
                <a:ext uri="{FF2B5EF4-FFF2-40B4-BE49-F238E27FC236}">
                  <a16:creationId xmlns:a16="http://schemas.microsoft.com/office/drawing/2014/main" id="{D867540E-29EC-5370-EB8B-25DC3B2D18E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74" name="Ovale 373">
                <a:extLst>
                  <a:ext uri="{FF2B5EF4-FFF2-40B4-BE49-F238E27FC236}">
                    <a16:creationId xmlns:a16="http://schemas.microsoft.com/office/drawing/2014/main" id="{CD1024D9-2A2C-3BE7-95B7-9FC424D262A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75" name="CasellaDiTesto 374">
                <a:extLst>
                  <a:ext uri="{FF2B5EF4-FFF2-40B4-BE49-F238E27FC236}">
                    <a16:creationId xmlns:a16="http://schemas.microsoft.com/office/drawing/2014/main" id="{9343CE74-32A6-93D3-B9D9-512539E86C82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371" name="Gruppo 370">
              <a:extLst>
                <a:ext uri="{FF2B5EF4-FFF2-40B4-BE49-F238E27FC236}">
                  <a16:creationId xmlns:a16="http://schemas.microsoft.com/office/drawing/2014/main" id="{3BDE6866-FA94-AD49-CAC6-76C76E24F0E3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72" name="Ovale 371">
                <a:extLst>
                  <a:ext uri="{FF2B5EF4-FFF2-40B4-BE49-F238E27FC236}">
                    <a16:creationId xmlns:a16="http://schemas.microsoft.com/office/drawing/2014/main" id="{764CBC4D-2DDF-428F-A4A0-AE267A43E54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73" name="CasellaDiTesto 372">
                <a:extLst>
                  <a:ext uri="{FF2B5EF4-FFF2-40B4-BE49-F238E27FC236}">
                    <a16:creationId xmlns:a16="http://schemas.microsoft.com/office/drawing/2014/main" id="{ABBBF5F0-CD84-6193-9CEF-CA816DE4831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76" name="Gruppo 375">
            <a:extLst>
              <a:ext uri="{FF2B5EF4-FFF2-40B4-BE49-F238E27FC236}">
                <a16:creationId xmlns:a16="http://schemas.microsoft.com/office/drawing/2014/main" id="{EF4A11A5-7CD8-7E1D-7427-ABA88F26EEF2}"/>
              </a:ext>
            </a:extLst>
          </p:cNvPr>
          <p:cNvGrpSpPr/>
          <p:nvPr/>
        </p:nvGrpSpPr>
        <p:grpSpPr>
          <a:xfrm>
            <a:off x="1273431" y="3799194"/>
            <a:ext cx="1460066" cy="222843"/>
            <a:chOff x="3923267" y="734293"/>
            <a:chExt cx="1460066" cy="222843"/>
          </a:xfrm>
        </p:grpSpPr>
        <p:sp>
          <p:nvSpPr>
            <p:cNvPr id="377" name="Rettangolo con due angoli in diagonale arrotondati 376">
              <a:extLst>
                <a:ext uri="{FF2B5EF4-FFF2-40B4-BE49-F238E27FC236}">
                  <a16:creationId xmlns:a16="http://schemas.microsoft.com/office/drawing/2014/main" id="{DFBEC4D7-4780-BFAC-A216-7CF8555FCDC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78" name="CasellaDiTesto 377">
              <a:extLst>
                <a:ext uri="{FF2B5EF4-FFF2-40B4-BE49-F238E27FC236}">
                  <a16:creationId xmlns:a16="http://schemas.microsoft.com/office/drawing/2014/main" id="{E4B9E51A-31A6-470B-0A68-D0499B9995B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RW2 184 Cm</a:t>
              </a:r>
            </a:p>
          </p:txBody>
        </p:sp>
        <p:grpSp>
          <p:nvGrpSpPr>
            <p:cNvPr id="379" name="Gruppo 378">
              <a:extLst>
                <a:ext uri="{FF2B5EF4-FFF2-40B4-BE49-F238E27FC236}">
                  <a16:creationId xmlns:a16="http://schemas.microsoft.com/office/drawing/2014/main" id="{A0CF4498-31FC-A989-FAE6-B866F81644E0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83" name="Ovale 382">
                <a:extLst>
                  <a:ext uri="{FF2B5EF4-FFF2-40B4-BE49-F238E27FC236}">
                    <a16:creationId xmlns:a16="http://schemas.microsoft.com/office/drawing/2014/main" id="{1E8E851F-59F4-708C-F3E4-4E8477E3E47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84" name="CasellaDiTesto 383">
                <a:extLst>
                  <a:ext uri="{FF2B5EF4-FFF2-40B4-BE49-F238E27FC236}">
                    <a16:creationId xmlns:a16="http://schemas.microsoft.com/office/drawing/2014/main" id="{8DA2CE74-1FAE-F4E0-244E-4DDFD9BF923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380" name="Gruppo 379">
              <a:extLst>
                <a:ext uri="{FF2B5EF4-FFF2-40B4-BE49-F238E27FC236}">
                  <a16:creationId xmlns:a16="http://schemas.microsoft.com/office/drawing/2014/main" id="{9DEA97BF-7429-3633-EA10-08B5A83CB35E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81" name="Ovale 380">
                <a:extLst>
                  <a:ext uri="{FF2B5EF4-FFF2-40B4-BE49-F238E27FC236}">
                    <a16:creationId xmlns:a16="http://schemas.microsoft.com/office/drawing/2014/main" id="{5C6B0431-E61E-A4A8-A0BA-D44C115EE107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82" name="CasellaDiTesto 381">
                <a:extLst>
                  <a:ext uri="{FF2B5EF4-FFF2-40B4-BE49-F238E27FC236}">
                    <a16:creationId xmlns:a16="http://schemas.microsoft.com/office/drawing/2014/main" id="{1C95D386-0553-2862-4B70-2D9C6398EFF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85" name="Gruppo 384">
            <a:extLst>
              <a:ext uri="{FF2B5EF4-FFF2-40B4-BE49-F238E27FC236}">
                <a16:creationId xmlns:a16="http://schemas.microsoft.com/office/drawing/2014/main" id="{ADFB7BCE-FC59-70DA-6B47-770EB975301E}"/>
              </a:ext>
            </a:extLst>
          </p:cNvPr>
          <p:cNvGrpSpPr/>
          <p:nvPr/>
        </p:nvGrpSpPr>
        <p:grpSpPr>
          <a:xfrm>
            <a:off x="1273431" y="3994932"/>
            <a:ext cx="1460066" cy="222843"/>
            <a:chOff x="3923267" y="734293"/>
            <a:chExt cx="1460066" cy="222843"/>
          </a:xfrm>
        </p:grpSpPr>
        <p:sp>
          <p:nvSpPr>
            <p:cNvPr id="386" name="Rettangolo con due angoli in diagonale arrotondati 385">
              <a:extLst>
                <a:ext uri="{FF2B5EF4-FFF2-40B4-BE49-F238E27FC236}">
                  <a16:creationId xmlns:a16="http://schemas.microsoft.com/office/drawing/2014/main" id="{C08B3597-975E-0BB1-1C73-73A398F3208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87" name="CasellaDiTesto 386">
              <a:extLst>
                <a:ext uri="{FF2B5EF4-FFF2-40B4-BE49-F238E27FC236}">
                  <a16:creationId xmlns:a16="http://schemas.microsoft.com/office/drawing/2014/main" id="{F6AF7F75-DF23-935E-63DC-83AFEE3AAD4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RW3 184 Cm</a:t>
              </a:r>
            </a:p>
          </p:txBody>
        </p:sp>
        <p:grpSp>
          <p:nvGrpSpPr>
            <p:cNvPr id="388" name="Gruppo 387">
              <a:extLst>
                <a:ext uri="{FF2B5EF4-FFF2-40B4-BE49-F238E27FC236}">
                  <a16:creationId xmlns:a16="http://schemas.microsoft.com/office/drawing/2014/main" id="{C2E6CCF1-D75C-C356-94AB-8A330622D3FC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92" name="Ovale 391">
                <a:extLst>
                  <a:ext uri="{FF2B5EF4-FFF2-40B4-BE49-F238E27FC236}">
                    <a16:creationId xmlns:a16="http://schemas.microsoft.com/office/drawing/2014/main" id="{D19F97EB-9EE3-E8EF-D071-C7F5C42F2D3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93" name="CasellaDiTesto 392">
                <a:extLst>
                  <a:ext uri="{FF2B5EF4-FFF2-40B4-BE49-F238E27FC236}">
                    <a16:creationId xmlns:a16="http://schemas.microsoft.com/office/drawing/2014/main" id="{0CDF1682-C2AF-F70B-BF9A-FF10BE877D1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389" name="Gruppo 388">
              <a:extLst>
                <a:ext uri="{FF2B5EF4-FFF2-40B4-BE49-F238E27FC236}">
                  <a16:creationId xmlns:a16="http://schemas.microsoft.com/office/drawing/2014/main" id="{C379299A-B851-0BCF-B32E-36D0F1C458D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90" name="Ovale 389">
                <a:extLst>
                  <a:ext uri="{FF2B5EF4-FFF2-40B4-BE49-F238E27FC236}">
                    <a16:creationId xmlns:a16="http://schemas.microsoft.com/office/drawing/2014/main" id="{BCC94D41-BB62-25D0-87DF-4C74BD60E9D1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91" name="CasellaDiTesto 390">
                <a:extLst>
                  <a:ext uri="{FF2B5EF4-FFF2-40B4-BE49-F238E27FC236}">
                    <a16:creationId xmlns:a16="http://schemas.microsoft.com/office/drawing/2014/main" id="{244F47C4-CEEA-FBA5-49E4-88ED5C675747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394" name="Picture 16">
            <a:extLst>
              <a:ext uri="{FF2B5EF4-FFF2-40B4-BE49-F238E27FC236}">
                <a16:creationId xmlns:a16="http://schemas.microsoft.com/office/drawing/2014/main" id="{77E8A5F5-16BE-25A0-A7EF-2D8518087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700" y="308379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1" name="Gruppo 270">
            <a:extLst>
              <a:ext uri="{FF2B5EF4-FFF2-40B4-BE49-F238E27FC236}">
                <a16:creationId xmlns:a16="http://schemas.microsoft.com/office/drawing/2014/main" id="{1855BBE2-9432-BB33-CB25-020EB613FEEC}"/>
              </a:ext>
            </a:extLst>
          </p:cNvPr>
          <p:cNvGrpSpPr/>
          <p:nvPr/>
        </p:nvGrpSpPr>
        <p:grpSpPr>
          <a:xfrm>
            <a:off x="3825731" y="3482082"/>
            <a:ext cx="1460066" cy="220379"/>
            <a:chOff x="3923267" y="734293"/>
            <a:chExt cx="1460066" cy="220379"/>
          </a:xfrm>
        </p:grpSpPr>
        <p:sp>
          <p:nvSpPr>
            <p:cNvPr id="295" name="Rettangolo con due angoli in diagonale arrotondati 294">
              <a:extLst>
                <a:ext uri="{FF2B5EF4-FFF2-40B4-BE49-F238E27FC236}">
                  <a16:creationId xmlns:a16="http://schemas.microsoft.com/office/drawing/2014/main" id="{1D306737-5707-EF05-C3C8-B2B07C48FE6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96" name="CasellaDiTesto 295">
              <a:extLst>
                <a:ext uri="{FF2B5EF4-FFF2-40B4-BE49-F238E27FC236}">
                  <a16:creationId xmlns:a16="http://schemas.microsoft.com/office/drawing/2014/main" id="{E6555A96-F7CD-C192-1E83-8356EC276641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ST1B 185 Cm</a:t>
              </a:r>
            </a:p>
          </p:txBody>
        </p:sp>
        <p:grpSp>
          <p:nvGrpSpPr>
            <p:cNvPr id="297" name="Gruppo 296">
              <a:extLst>
                <a:ext uri="{FF2B5EF4-FFF2-40B4-BE49-F238E27FC236}">
                  <a16:creationId xmlns:a16="http://schemas.microsoft.com/office/drawing/2014/main" id="{ADDDBB49-8079-6DDA-2082-A60B0A8DAF8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01" name="Ovale 300">
                <a:extLst>
                  <a:ext uri="{FF2B5EF4-FFF2-40B4-BE49-F238E27FC236}">
                    <a16:creationId xmlns:a16="http://schemas.microsoft.com/office/drawing/2014/main" id="{FFBE5AEB-BA85-E58F-F175-DCBF0BF8221E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2" name="CasellaDiTesto 301">
                <a:extLst>
                  <a:ext uri="{FF2B5EF4-FFF2-40B4-BE49-F238E27FC236}">
                    <a16:creationId xmlns:a16="http://schemas.microsoft.com/office/drawing/2014/main" id="{FED8B722-68E8-C13C-D052-C8993757AA8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34</a:t>
                </a:r>
              </a:p>
            </p:txBody>
          </p:sp>
        </p:grpSp>
        <p:grpSp>
          <p:nvGrpSpPr>
            <p:cNvPr id="298" name="Gruppo 297">
              <a:extLst>
                <a:ext uri="{FF2B5EF4-FFF2-40B4-BE49-F238E27FC236}">
                  <a16:creationId xmlns:a16="http://schemas.microsoft.com/office/drawing/2014/main" id="{2722A8B9-B163-2AA6-1B70-4E844652985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99" name="Ovale 298">
                <a:extLst>
                  <a:ext uri="{FF2B5EF4-FFF2-40B4-BE49-F238E27FC236}">
                    <a16:creationId xmlns:a16="http://schemas.microsoft.com/office/drawing/2014/main" id="{7EFE9EFE-C56E-1192-E3FE-70BF4EE5A822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00" name="CasellaDiTesto 299">
                <a:extLst>
                  <a:ext uri="{FF2B5EF4-FFF2-40B4-BE49-F238E27FC236}">
                    <a16:creationId xmlns:a16="http://schemas.microsoft.com/office/drawing/2014/main" id="{B6BEEEFC-8F36-8D91-8FD5-F4995FEBFD3B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03" name="Gruppo 302">
            <a:extLst>
              <a:ext uri="{FF2B5EF4-FFF2-40B4-BE49-F238E27FC236}">
                <a16:creationId xmlns:a16="http://schemas.microsoft.com/office/drawing/2014/main" id="{ABA02F8A-9B1C-31BA-4BC0-63C2462B5FDD}"/>
              </a:ext>
            </a:extLst>
          </p:cNvPr>
          <p:cNvGrpSpPr/>
          <p:nvPr/>
        </p:nvGrpSpPr>
        <p:grpSpPr>
          <a:xfrm>
            <a:off x="3825731" y="3675356"/>
            <a:ext cx="1460066" cy="222843"/>
            <a:chOff x="3923267" y="734293"/>
            <a:chExt cx="1460066" cy="222843"/>
          </a:xfrm>
        </p:grpSpPr>
        <p:sp>
          <p:nvSpPr>
            <p:cNvPr id="395" name="Rettangolo con due angoli in diagonale arrotondati 394">
              <a:extLst>
                <a:ext uri="{FF2B5EF4-FFF2-40B4-BE49-F238E27FC236}">
                  <a16:creationId xmlns:a16="http://schemas.microsoft.com/office/drawing/2014/main" id="{04B61456-4C37-C84D-BE24-9C85536C9741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96" name="CasellaDiTesto 395">
              <a:extLst>
                <a:ext uri="{FF2B5EF4-FFF2-40B4-BE49-F238E27FC236}">
                  <a16:creationId xmlns:a16="http://schemas.microsoft.com/office/drawing/2014/main" id="{1DBB3E55-AA9A-5888-A517-304A5027ED1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ST2B 184 Cm</a:t>
              </a:r>
            </a:p>
          </p:txBody>
        </p:sp>
        <p:grpSp>
          <p:nvGrpSpPr>
            <p:cNvPr id="397" name="Gruppo 396">
              <a:extLst>
                <a:ext uri="{FF2B5EF4-FFF2-40B4-BE49-F238E27FC236}">
                  <a16:creationId xmlns:a16="http://schemas.microsoft.com/office/drawing/2014/main" id="{208CA0F8-FF2E-A036-F589-86938702F5E3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01" name="Ovale 400">
                <a:extLst>
                  <a:ext uri="{FF2B5EF4-FFF2-40B4-BE49-F238E27FC236}">
                    <a16:creationId xmlns:a16="http://schemas.microsoft.com/office/drawing/2014/main" id="{B9472D4A-4246-5391-533C-6D66DCD91A1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2" name="CasellaDiTesto 401">
                <a:extLst>
                  <a:ext uri="{FF2B5EF4-FFF2-40B4-BE49-F238E27FC236}">
                    <a16:creationId xmlns:a16="http://schemas.microsoft.com/office/drawing/2014/main" id="{830CCFAC-A70B-11DA-E5E2-4019879CBC0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35</a:t>
                </a:r>
              </a:p>
            </p:txBody>
          </p:sp>
        </p:grpSp>
        <p:grpSp>
          <p:nvGrpSpPr>
            <p:cNvPr id="398" name="Gruppo 397">
              <a:extLst>
                <a:ext uri="{FF2B5EF4-FFF2-40B4-BE49-F238E27FC236}">
                  <a16:creationId xmlns:a16="http://schemas.microsoft.com/office/drawing/2014/main" id="{B31D2C87-BC9C-44F3-239E-B9B41AE508D5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99" name="Ovale 398">
                <a:extLst>
                  <a:ext uri="{FF2B5EF4-FFF2-40B4-BE49-F238E27FC236}">
                    <a16:creationId xmlns:a16="http://schemas.microsoft.com/office/drawing/2014/main" id="{A479F660-5228-3028-F22C-0C62368138EE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0" name="CasellaDiTesto 399">
                <a:extLst>
                  <a:ext uri="{FF2B5EF4-FFF2-40B4-BE49-F238E27FC236}">
                    <a16:creationId xmlns:a16="http://schemas.microsoft.com/office/drawing/2014/main" id="{34EAB672-2BC1-2474-D254-12C4E89BC415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13" name="Gruppo 412">
            <a:extLst>
              <a:ext uri="{FF2B5EF4-FFF2-40B4-BE49-F238E27FC236}">
                <a16:creationId xmlns:a16="http://schemas.microsoft.com/office/drawing/2014/main" id="{65122025-8ED8-4D17-FFA6-5682CE7B840B}"/>
              </a:ext>
            </a:extLst>
          </p:cNvPr>
          <p:cNvGrpSpPr/>
          <p:nvPr/>
        </p:nvGrpSpPr>
        <p:grpSpPr>
          <a:xfrm>
            <a:off x="3825731" y="3871094"/>
            <a:ext cx="1460066" cy="222843"/>
            <a:chOff x="3923267" y="734293"/>
            <a:chExt cx="1460066" cy="222843"/>
          </a:xfrm>
        </p:grpSpPr>
        <p:sp>
          <p:nvSpPr>
            <p:cNvPr id="414" name="Rettangolo con due angoli in diagonale arrotondati 413">
              <a:extLst>
                <a:ext uri="{FF2B5EF4-FFF2-40B4-BE49-F238E27FC236}">
                  <a16:creationId xmlns:a16="http://schemas.microsoft.com/office/drawing/2014/main" id="{1846E404-68F2-8E3C-4EEF-3E4DF3BD2B5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15" name="CasellaDiTesto 414">
              <a:extLst>
                <a:ext uri="{FF2B5EF4-FFF2-40B4-BE49-F238E27FC236}">
                  <a16:creationId xmlns:a16="http://schemas.microsoft.com/office/drawing/2014/main" id="{58A11362-CBBA-2453-11C4-8FC0897D6057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ST3B 184 Cm</a:t>
              </a:r>
            </a:p>
          </p:txBody>
        </p:sp>
        <p:grpSp>
          <p:nvGrpSpPr>
            <p:cNvPr id="416" name="Gruppo 415">
              <a:extLst>
                <a:ext uri="{FF2B5EF4-FFF2-40B4-BE49-F238E27FC236}">
                  <a16:creationId xmlns:a16="http://schemas.microsoft.com/office/drawing/2014/main" id="{4E227FBD-A6AF-198D-0436-395B584AE5C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20" name="Ovale 419">
                <a:extLst>
                  <a:ext uri="{FF2B5EF4-FFF2-40B4-BE49-F238E27FC236}">
                    <a16:creationId xmlns:a16="http://schemas.microsoft.com/office/drawing/2014/main" id="{063773C8-1AE1-FFA0-CFED-426949D6E63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21" name="CasellaDiTesto 420">
                <a:extLst>
                  <a:ext uri="{FF2B5EF4-FFF2-40B4-BE49-F238E27FC236}">
                    <a16:creationId xmlns:a16="http://schemas.microsoft.com/office/drawing/2014/main" id="{2C5969BE-3752-DB50-423E-4DD62855788A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36</a:t>
                </a:r>
              </a:p>
            </p:txBody>
          </p:sp>
        </p:grpSp>
        <p:grpSp>
          <p:nvGrpSpPr>
            <p:cNvPr id="417" name="Gruppo 416">
              <a:extLst>
                <a:ext uri="{FF2B5EF4-FFF2-40B4-BE49-F238E27FC236}">
                  <a16:creationId xmlns:a16="http://schemas.microsoft.com/office/drawing/2014/main" id="{13E2AFC5-06E5-E027-EFD3-CADBF4591D3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18" name="Ovale 417">
                <a:extLst>
                  <a:ext uri="{FF2B5EF4-FFF2-40B4-BE49-F238E27FC236}">
                    <a16:creationId xmlns:a16="http://schemas.microsoft.com/office/drawing/2014/main" id="{D73DDE78-8670-9738-08DB-D04EC2ED38C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19" name="CasellaDiTesto 418">
                <a:extLst>
                  <a:ext uri="{FF2B5EF4-FFF2-40B4-BE49-F238E27FC236}">
                    <a16:creationId xmlns:a16="http://schemas.microsoft.com/office/drawing/2014/main" id="{EF43A680-F28A-53E9-2457-2442BE6B19BD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422" name="Picture 16">
            <a:extLst>
              <a:ext uri="{FF2B5EF4-FFF2-40B4-BE49-F238E27FC236}">
                <a16:creationId xmlns:a16="http://schemas.microsoft.com/office/drawing/2014/main" id="{49E71F1E-449E-CC85-4608-B1B635423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000" y="295995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0B904F90-963F-E3C4-7A62-2029411AFA77}"/>
              </a:ext>
            </a:extLst>
          </p:cNvPr>
          <p:cNvGrpSpPr/>
          <p:nvPr/>
        </p:nvGrpSpPr>
        <p:grpSpPr>
          <a:xfrm>
            <a:off x="4946708" y="2553950"/>
            <a:ext cx="1460066" cy="220379"/>
            <a:chOff x="3923267" y="734293"/>
            <a:chExt cx="1460066" cy="220379"/>
          </a:xfrm>
        </p:grpSpPr>
        <p:sp>
          <p:nvSpPr>
            <p:cNvPr id="113" name="Rettangolo con due angoli in diagonale arrotondati 112">
              <a:extLst>
                <a:ext uri="{FF2B5EF4-FFF2-40B4-BE49-F238E27FC236}">
                  <a16:creationId xmlns:a16="http://schemas.microsoft.com/office/drawing/2014/main" id="{5B5EA024-3F0D-0B03-3B13-16825613C467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14" name="CasellaDiTesto 113">
              <a:extLst>
                <a:ext uri="{FF2B5EF4-FFF2-40B4-BE49-F238E27FC236}">
                  <a16:creationId xmlns:a16="http://schemas.microsoft.com/office/drawing/2014/main" id="{89F25874-3090-F2CF-AAE2-BB63EF80038D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LCM1 172 Cm</a:t>
              </a:r>
            </a:p>
          </p:txBody>
        </p:sp>
        <p:grpSp>
          <p:nvGrpSpPr>
            <p:cNvPr id="115" name="Gruppo 114">
              <a:extLst>
                <a:ext uri="{FF2B5EF4-FFF2-40B4-BE49-F238E27FC236}">
                  <a16:creationId xmlns:a16="http://schemas.microsoft.com/office/drawing/2014/main" id="{37BAA29F-857F-E7A5-DAF0-28DDA05635C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19" name="Ovale 118">
                <a:extLst>
                  <a:ext uri="{FF2B5EF4-FFF2-40B4-BE49-F238E27FC236}">
                    <a16:creationId xmlns:a16="http://schemas.microsoft.com/office/drawing/2014/main" id="{9F56D307-E290-514A-EE3F-A829F4C71C13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0" name="CasellaDiTesto 119">
                <a:extLst>
                  <a:ext uri="{FF2B5EF4-FFF2-40B4-BE49-F238E27FC236}">
                    <a16:creationId xmlns:a16="http://schemas.microsoft.com/office/drawing/2014/main" id="{EC8BF520-3101-7790-6775-5252721D8BB1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27</a:t>
                </a:r>
              </a:p>
            </p:txBody>
          </p:sp>
        </p:grpSp>
        <p:grpSp>
          <p:nvGrpSpPr>
            <p:cNvPr id="116" name="Gruppo 115">
              <a:extLst>
                <a:ext uri="{FF2B5EF4-FFF2-40B4-BE49-F238E27FC236}">
                  <a16:creationId xmlns:a16="http://schemas.microsoft.com/office/drawing/2014/main" id="{940405D5-6199-5ED0-A81F-96E06871971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17" name="Ovale 116">
                <a:extLst>
                  <a:ext uri="{FF2B5EF4-FFF2-40B4-BE49-F238E27FC236}">
                    <a16:creationId xmlns:a16="http://schemas.microsoft.com/office/drawing/2014/main" id="{D8D48B7F-2727-AEE4-9A35-30DC54ACDFF4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18" name="CasellaDiTesto 117">
                <a:extLst>
                  <a:ext uri="{FF2B5EF4-FFF2-40B4-BE49-F238E27FC236}">
                    <a16:creationId xmlns:a16="http://schemas.microsoft.com/office/drawing/2014/main" id="{87BE36BA-9503-5FD8-275B-2F565BA8E85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21" name="Gruppo 120">
            <a:extLst>
              <a:ext uri="{FF2B5EF4-FFF2-40B4-BE49-F238E27FC236}">
                <a16:creationId xmlns:a16="http://schemas.microsoft.com/office/drawing/2014/main" id="{D61579AA-57BF-3A0B-8C6E-C481C2FD7F67}"/>
              </a:ext>
            </a:extLst>
          </p:cNvPr>
          <p:cNvGrpSpPr/>
          <p:nvPr/>
        </p:nvGrpSpPr>
        <p:grpSpPr>
          <a:xfrm>
            <a:off x="2757321" y="2554371"/>
            <a:ext cx="1460066" cy="220379"/>
            <a:chOff x="3923267" y="734293"/>
            <a:chExt cx="1460066" cy="220379"/>
          </a:xfrm>
        </p:grpSpPr>
        <p:sp>
          <p:nvSpPr>
            <p:cNvPr id="122" name="Rettangolo con due angoli in diagonale arrotondati 121">
              <a:extLst>
                <a:ext uri="{FF2B5EF4-FFF2-40B4-BE49-F238E27FC236}">
                  <a16:creationId xmlns:a16="http://schemas.microsoft.com/office/drawing/2014/main" id="{2D1D10C7-27D0-FC91-872F-13EFB93684FF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23" name="CasellaDiTesto 122">
              <a:extLst>
                <a:ext uri="{FF2B5EF4-FFF2-40B4-BE49-F238E27FC236}">
                  <a16:creationId xmlns:a16="http://schemas.microsoft.com/office/drawing/2014/main" id="{9AC6E79D-58CA-7F61-9A0C-38EA2B6E6322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RCM1 186 Cm</a:t>
              </a:r>
            </a:p>
          </p:txBody>
        </p:sp>
        <p:grpSp>
          <p:nvGrpSpPr>
            <p:cNvPr id="124" name="Gruppo 123">
              <a:extLst>
                <a:ext uri="{FF2B5EF4-FFF2-40B4-BE49-F238E27FC236}">
                  <a16:creationId xmlns:a16="http://schemas.microsoft.com/office/drawing/2014/main" id="{0C8F97FA-6C88-84A2-7DBE-CA8F24746BBF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28" name="Ovale 127">
                <a:extLst>
                  <a:ext uri="{FF2B5EF4-FFF2-40B4-BE49-F238E27FC236}">
                    <a16:creationId xmlns:a16="http://schemas.microsoft.com/office/drawing/2014/main" id="{A529C280-18DC-4330-6D23-2DD89D77279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9" name="CasellaDiTesto 128">
                <a:extLst>
                  <a:ext uri="{FF2B5EF4-FFF2-40B4-BE49-F238E27FC236}">
                    <a16:creationId xmlns:a16="http://schemas.microsoft.com/office/drawing/2014/main" id="{93CEC346-D7DA-E3D7-147A-B1F85B145404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23</a:t>
                </a:r>
              </a:p>
            </p:txBody>
          </p:sp>
        </p:grpSp>
        <p:grpSp>
          <p:nvGrpSpPr>
            <p:cNvPr id="125" name="Gruppo 124">
              <a:extLst>
                <a:ext uri="{FF2B5EF4-FFF2-40B4-BE49-F238E27FC236}">
                  <a16:creationId xmlns:a16="http://schemas.microsoft.com/office/drawing/2014/main" id="{2B7EB723-CEC3-7557-F6A2-FDE82D1AB40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26" name="Ovale 125">
                <a:extLst>
                  <a:ext uri="{FF2B5EF4-FFF2-40B4-BE49-F238E27FC236}">
                    <a16:creationId xmlns:a16="http://schemas.microsoft.com/office/drawing/2014/main" id="{F8F8EF59-9BBB-EF25-F515-C9F7D1CCE72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27" name="CasellaDiTesto 126">
                <a:extLst>
                  <a:ext uri="{FF2B5EF4-FFF2-40B4-BE49-F238E27FC236}">
                    <a16:creationId xmlns:a16="http://schemas.microsoft.com/office/drawing/2014/main" id="{FB3AAFBB-6CD1-4A4E-F513-77689B15D80A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175" name="Gruppo 174">
            <a:extLst>
              <a:ext uri="{FF2B5EF4-FFF2-40B4-BE49-F238E27FC236}">
                <a16:creationId xmlns:a16="http://schemas.microsoft.com/office/drawing/2014/main" id="{1F92CDBB-22BA-8C16-F10C-E3F9261DA129}"/>
              </a:ext>
            </a:extLst>
          </p:cNvPr>
          <p:cNvGrpSpPr/>
          <p:nvPr/>
        </p:nvGrpSpPr>
        <p:grpSpPr>
          <a:xfrm>
            <a:off x="4946708" y="2753516"/>
            <a:ext cx="1460066" cy="222843"/>
            <a:chOff x="3923267" y="734293"/>
            <a:chExt cx="1460066" cy="222843"/>
          </a:xfrm>
        </p:grpSpPr>
        <p:sp>
          <p:nvSpPr>
            <p:cNvPr id="176" name="Rettangolo con due angoli in diagonale arrotondati 175">
              <a:extLst>
                <a:ext uri="{FF2B5EF4-FFF2-40B4-BE49-F238E27FC236}">
                  <a16:creationId xmlns:a16="http://schemas.microsoft.com/office/drawing/2014/main" id="{8C31A3D2-6D96-1270-508D-1BE177CEDE5E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177" name="CasellaDiTesto 176">
              <a:extLst>
                <a:ext uri="{FF2B5EF4-FFF2-40B4-BE49-F238E27FC236}">
                  <a16:creationId xmlns:a16="http://schemas.microsoft.com/office/drawing/2014/main" id="{55B0080A-6B27-2D2D-07CF-FAD391977E00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LCM2 177 Cm</a:t>
              </a:r>
            </a:p>
          </p:txBody>
        </p:sp>
        <p:grpSp>
          <p:nvGrpSpPr>
            <p:cNvPr id="178" name="Gruppo 177">
              <a:extLst>
                <a:ext uri="{FF2B5EF4-FFF2-40B4-BE49-F238E27FC236}">
                  <a16:creationId xmlns:a16="http://schemas.microsoft.com/office/drawing/2014/main" id="{4AF91507-C596-0EEF-35F7-646BC6D640EE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182" name="Ovale 181">
                <a:extLst>
                  <a:ext uri="{FF2B5EF4-FFF2-40B4-BE49-F238E27FC236}">
                    <a16:creationId xmlns:a16="http://schemas.microsoft.com/office/drawing/2014/main" id="{24A337C2-E421-10C5-3142-B1E898621DFA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3" name="CasellaDiTesto 182">
                <a:extLst>
                  <a:ext uri="{FF2B5EF4-FFF2-40B4-BE49-F238E27FC236}">
                    <a16:creationId xmlns:a16="http://schemas.microsoft.com/office/drawing/2014/main" id="{4D366882-B437-552F-E9BE-B756E2A718D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28</a:t>
                </a:r>
              </a:p>
            </p:txBody>
          </p:sp>
        </p:grpSp>
        <p:grpSp>
          <p:nvGrpSpPr>
            <p:cNvPr id="179" name="Gruppo 178">
              <a:extLst>
                <a:ext uri="{FF2B5EF4-FFF2-40B4-BE49-F238E27FC236}">
                  <a16:creationId xmlns:a16="http://schemas.microsoft.com/office/drawing/2014/main" id="{D47DC7CC-100F-819B-CEF3-F7BA614BBED9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180" name="Ovale 179">
                <a:extLst>
                  <a:ext uri="{FF2B5EF4-FFF2-40B4-BE49-F238E27FC236}">
                    <a16:creationId xmlns:a16="http://schemas.microsoft.com/office/drawing/2014/main" id="{5CCFC07C-8FEF-5F4B-5426-84C0957281F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81" name="CasellaDiTesto 180">
                <a:extLst>
                  <a:ext uri="{FF2B5EF4-FFF2-40B4-BE49-F238E27FC236}">
                    <a16:creationId xmlns:a16="http://schemas.microsoft.com/office/drawing/2014/main" id="{93192B00-7191-6311-285F-5BC80172D7D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b="1" dirty="0" err="1">
                    <a:solidFill>
                      <a:srgbClr val="FF0000"/>
                    </a:solidFill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S</a:t>
                </a:r>
                <a:endParaRPr lang="it-IT" sz="800" b="1" dirty="0"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30" name="Gruppo 229">
            <a:extLst>
              <a:ext uri="{FF2B5EF4-FFF2-40B4-BE49-F238E27FC236}">
                <a16:creationId xmlns:a16="http://schemas.microsoft.com/office/drawing/2014/main" id="{6A40909E-15DA-4A15-8862-5A2CCEC432D3}"/>
              </a:ext>
            </a:extLst>
          </p:cNvPr>
          <p:cNvGrpSpPr/>
          <p:nvPr/>
        </p:nvGrpSpPr>
        <p:grpSpPr>
          <a:xfrm>
            <a:off x="2757321" y="2754087"/>
            <a:ext cx="1460066" cy="222843"/>
            <a:chOff x="3923267" y="734293"/>
            <a:chExt cx="1460066" cy="222843"/>
          </a:xfrm>
        </p:grpSpPr>
        <p:sp>
          <p:nvSpPr>
            <p:cNvPr id="231" name="Rettangolo con due angoli in diagonale arrotondati 230">
              <a:extLst>
                <a:ext uri="{FF2B5EF4-FFF2-40B4-BE49-F238E27FC236}">
                  <a16:creationId xmlns:a16="http://schemas.microsoft.com/office/drawing/2014/main" id="{D7481DA5-CF3B-27AE-54DF-5669A5DE5F4D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32" name="CasellaDiTesto 231">
              <a:extLst>
                <a:ext uri="{FF2B5EF4-FFF2-40B4-BE49-F238E27FC236}">
                  <a16:creationId xmlns:a16="http://schemas.microsoft.com/office/drawing/2014/main" id="{B8AD7A97-7BA2-E954-5042-3268EA1C4A8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RCM2 181 Cm</a:t>
              </a:r>
            </a:p>
          </p:txBody>
        </p:sp>
        <p:grpSp>
          <p:nvGrpSpPr>
            <p:cNvPr id="233" name="Gruppo 232">
              <a:extLst>
                <a:ext uri="{FF2B5EF4-FFF2-40B4-BE49-F238E27FC236}">
                  <a16:creationId xmlns:a16="http://schemas.microsoft.com/office/drawing/2014/main" id="{1667B158-7227-2566-6367-9C27B749F1D6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37" name="Ovale 236">
                <a:extLst>
                  <a:ext uri="{FF2B5EF4-FFF2-40B4-BE49-F238E27FC236}">
                    <a16:creationId xmlns:a16="http://schemas.microsoft.com/office/drawing/2014/main" id="{6210CB1C-D673-E3FF-1F0E-81C777936DED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8" name="CasellaDiTesto 237">
                <a:extLst>
                  <a:ext uri="{FF2B5EF4-FFF2-40B4-BE49-F238E27FC236}">
                    <a16:creationId xmlns:a16="http://schemas.microsoft.com/office/drawing/2014/main" id="{2E14F06B-49B9-CAB3-C9F8-BE0F0EF0844E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24</a:t>
                </a:r>
              </a:p>
            </p:txBody>
          </p:sp>
        </p:grpSp>
        <p:grpSp>
          <p:nvGrpSpPr>
            <p:cNvPr id="234" name="Gruppo 233">
              <a:extLst>
                <a:ext uri="{FF2B5EF4-FFF2-40B4-BE49-F238E27FC236}">
                  <a16:creationId xmlns:a16="http://schemas.microsoft.com/office/drawing/2014/main" id="{7C08080D-55FD-ED51-51FE-456B9269F6F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35" name="Ovale 234">
                <a:extLst>
                  <a:ext uri="{FF2B5EF4-FFF2-40B4-BE49-F238E27FC236}">
                    <a16:creationId xmlns:a16="http://schemas.microsoft.com/office/drawing/2014/main" id="{F62E0993-FE16-ED70-51DB-FF669FE122B3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36" name="CasellaDiTesto 235">
                <a:extLst>
                  <a:ext uri="{FF2B5EF4-FFF2-40B4-BE49-F238E27FC236}">
                    <a16:creationId xmlns:a16="http://schemas.microsoft.com/office/drawing/2014/main" id="{E5E4B2BC-770D-894E-9DE1-659F506F25C2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48" name="Gruppo 247">
            <a:extLst>
              <a:ext uri="{FF2B5EF4-FFF2-40B4-BE49-F238E27FC236}">
                <a16:creationId xmlns:a16="http://schemas.microsoft.com/office/drawing/2014/main" id="{149F9B55-24A1-C9BB-143E-540B7959A661}"/>
              </a:ext>
            </a:extLst>
          </p:cNvPr>
          <p:cNvGrpSpPr/>
          <p:nvPr/>
        </p:nvGrpSpPr>
        <p:grpSpPr>
          <a:xfrm>
            <a:off x="4946708" y="2955546"/>
            <a:ext cx="1460066" cy="222843"/>
            <a:chOff x="3923267" y="734293"/>
            <a:chExt cx="1460066" cy="222843"/>
          </a:xfrm>
        </p:grpSpPr>
        <p:sp>
          <p:nvSpPr>
            <p:cNvPr id="249" name="Rettangolo con due angoli in diagonale arrotondati 248">
              <a:extLst>
                <a:ext uri="{FF2B5EF4-FFF2-40B4-BE49-F238E27FC236}">
                  <a16:creationId xmlns:a16="http://schemas.microsoft.com/office/drawing/2014/main" id="{FFC3A8EF-2EC2-830D-2BF0-763A9FB61BE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0" name="CasellaDiTesto 249">
              <a:extLst>
                <a:ext uri="{FF2B5EF4-FFF2-40B4-BE49-F238E27FC236}">
                  <a16:creationId xmlns:a16="http://schemas.microsoft.com/office/drawing/2014/main" id="{4AD3246F-A123-DACE-DAA9-7A3648DDC258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LCM3 186 Cm</a:t>
              </a:r>
            </a:p>
          </p:txBody>
        </p:sp>
        <p:grpSp>
          <p:nvGrpSpPr>
            <p:cNvPr id="251" name="Gruppo 250">
              <a:extLst>
                <a:ext uri="{FF2B5EF4-FFF2-40B4-BE49-F238E27FC236}">
                  <a16:creationId xmlns:a16="http://schemas.microsoft.com/office/drawing/2014/main" id="{020A879F-3871-BE19-DF41-C4C65951A85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55" name="Ovale 254">
                <a:extLst>
                  <a:ext uri="{FF2B5EF4-FFF2-40B4-BE49-F238E27FC236}">
                    <a16:creationId xmlns:a16="http://schemas.microsoft.com/office/drawing/2014/main" id="{8A72F4DD-9246-1F5E-BBE2-EF301A9C8A00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6" name="CasellaDiTesto 255">
                <a:extLst>
                  <a:ext uri="{FF2B5EF4-FFF2-40B4-BE49-F238E27FC236}">
                    <a16:creationId xmlns:a16="http://schemas.microsoft.com/office/drawing/2014/main" id="{330BFF6B-433B-F0B8-73A8-48181A060769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29</a:t>
                </a:r>
              </a:p>
            </p:txBody>
          </p:sp>
        </p:grpSp>
        <p:grpSp>
          <p:nvGrpSpPr>
            <p:cNvPr id="252" name="Gruppo 251">
              <a:extLst>
                <a:ext uri="{FF2B5EF4-FFF2-40B4-BE49-F238E27FC236}">
                  <a16:creationId xmlns:a16="http://schemas.microsoft.com/office/drawing/2014/main" id="{227E461E-79B1-4FD5-7CEB-2D2898D0A7C1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53" name="Ovale 252">
                <a:extLst>
                  <a:ext uri="{FF2B5EF4-FFF2-40B4-BE49-F238E27FC236}">
                    <a16:creationId xmlns:a16="http://schemas.microsoft.com/office/drawing/2014/main" id="{61BAECE5-3D22-7E83-1731-6E6DA05DA5DB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54" name="CasellaDiTesto 253">
                <a:extLst>
                  <a:ext uri="{FF2B5EF4-FFF2-40B4-BE49-F238E27FC236}">
                    <a16:creationId xmlns:a16="http://schemas.microsoft.com/office/drawing/2014/main" id="{145845BE-8D64-9C1B-520D-6A75EAD2E806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257" name="Gruppo 256">
            <a:extLst>
              <a:ext uri="{FF2B5EF4-FFF2-40B4-BE49-F238E27FC236}">
                <a16:creationId xmlns:a16="http://schemas.microsoft.com/office/drawing/2014/main" id="{8ABCB174-03F5-1F82-E19B-E5509677C5FE}"/>
              </a:ext>
            </a:extLst>
          </p:cNvPr>
          <p:cNvGrpSpPr/>
          <p:nvPr/>
        </p:nvGrpSpPr>
        <p:grpSpPr>
          <a:xfrm>
            <a:off x="2757321" y="2956267"/>
            <a:ext cx="1460066" cy="222843"/>
            <a:chOff x="3923267" y="734293"/>
            <a:chExt cx="1460066" cy="222843"/>
          </a:xfrm>
        </p:grpSpPr>
        <p:sp>
          <p:nvSpPr>
            <p:cNvPr id="258" name="Rettangolo con due angoli in diagonale arrotondati 257">
              <a:extLst>
                <a:ext uri="{FF2B5EF4-FFF2-40B4-BE49-F238E27FC236}">
                  <a16:creationId xmlns:a16="http://schemas.microsoft.com/office/drawing/2014/main" id="{D7E53927-7D1D-429A-316E-8A18ACFC78F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259" name="CasellaDiTesto 258">
              <a:extLst>
                <a:ext uri="{FF2B5EF4-FFF2-40B4-BE49-F238E27FC236}">
                  <a16:creationId xmlns:a16="http://schemas.microsoft.com/office/drawing/2014/main" id="{93D6711B-1946-8096-9E0E-14CC0667470A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RCM3 185 Cm</a:t>
              </a:r>
            </a:p>
          </p:txBody>
        </p:sp>
        <p:grpSp>
          <p:nvGrpSpPr>
            <p:cNvPr id="260" name="Gruppo 259">
              <a:extLst>
                <a:ext uri="{FF2B5EF4-FFF2-40B4-BE49-F238E27FC236}">
                  <a16:creationId xmlns:a16="http://schemas.microsoft.com/office/drawing/2014/main" id="{23CCAD67-EEF7-4E0F-99E2-476CC94B436A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264" name="Ovale 263">
                <a:extLst>
                  <a:ext uri="{FF2B5EF4-FFF2-40B4-BE49-F238E27FC236}">
                    <a16:creationId xmlns:a16="http://schemas.microsoft.com/office/drawing/2014/main" id="{1E1E4593-0994-665E-A61A-5F5C4B0776F5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5" name="CasellaDiTesto 264">
                <a:extLst>
                  <a:ext uri="{FF2B5EF4-FFF2-40B4-BE49-F238E27FC236}">
                    <a16:creationId xmlns:a16="http://schemas.microsoft.com/office/drawing/2014/main" id="{7CC03714-8806-7DFB-EC8A-8731AF7AC078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25</a:t>
                </a:r>
              </a:p>
            </p:txBody>
          </p:sp>
        </p:grpSp>
        <p:grpSp>
          <p:nvGrpSpPr>
            <p:cNvPr id="261" name="Gruppo 260">
              <a:extLst>
                <a:ext uri="{FF2B5EF4-FFF2-40B4-BE49-F238E27FC236}">
                  <a16:creationId xmlns:a16="http://schemas.microsoft.com/office/drawing/2014/main" id="{86C5C130-FFEA-D708-9873-D5162EA26158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262" name="Ovale 261">
                <a:extLst>
                  <a:ext uri="{FF2B5EF4-FFF2-40B4-BE49-F238E27FC236}">
                    <a16:creationId xmlns:a16="http://schemas.microsoft.com/office/drawing/2014/main" id="{21D170C7-4C9F-74A0-897F-B19DDEF65176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263" name="CasellaDiTesto 262">
                <a:extLst>
                  <a:ext uri="{FF2B5EF4-FFF2-40B4-BE49-F238E27FC236}">
                    <a16:creationId xmlns:a16="http://schemas.microsoft.com/office/drawing/2014/main" id="{785E6678-20D3-C64B-EA83-76CA59E0B67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272" name="Picture 14">
            <a:extLst>
              <a:ext uri="{FF2B5EF4-FFF2-40B4-BE49-F238E27FC236}">
                <a16:creationId xmlns:a16="http://schemas.microsoft.com/office/drawing/2014/main" id="{8ED1680D-E1B3-022D-FE10-09F210546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065" y="203262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Picture 22">
            <a:extLst>
              <a:ext uri="{FF2B5EF4-FFF2-40B4-BE49-F238E27FC236}">
                <a16:creationId xmlns:a16="http://schemas.microsoft.com/office/drawing/2014/main" id="{A73246F5-D6BA-2FD1-86E9-E78F58C98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937" y="203175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0" name="Gruppo 339">
            <a:extLst>
              <a:ext uri="{FF2B5EF4-FFF2-40B4-BE49-F238E27FC236}">
                <a16:creationId xmlns:a16="http://schemas.microsoft.com/office/drawing/2014/main" id="{B509489A-181B-B155-45A6-2281ECBD2B6A}"/>
              </a:ext>
            </a:extLst>
          </p:cNvPr>
          <p:cNvGrpSpPr/>
          <p:nvPr/>
        </p:nvGrpSpPr>
        <p:grpSpPr>
          <a:xfrm>
            <a:off x="2757321" y="3158447"/>
            <a:ext cx="1460066" cy="222843"/>
            <a:chOff x="3923267" y="734293"/>
            <a:chExt cx="1460066" cy="222843"/>
          </a:xfrm>
        </p:grpSpPr>
        <p:sp>
          <p:nvSpPr>
            <p:cNvPr id="341" name="Rettangolo con due angoli in diagonale arrotondati 340">
              <a:extLst>
                <a:ext uri="{FF2B5EF4-FFF2-40B4-BE49-F238E27FC236}">
                  <a16:creationId xmlns:a16="http://schemas.microsoft.com/office/drawing/2014/main" id="{82817FB1-9F53-BCC2-8E07-524695AEB3F6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42" name="CasellaDiTesto 341">
              <a:extLst>
                <a:ext uri="{FF2B5EF4-FFF2-40B4-BE49-F238E27FC236}">
                  <a16:creationId xmlns:a16="http://schemas.microsoft.com/office/drawing/2014/main" id="{574E74B2-90EA-3B44-99E1-628997C04AC9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RCM4 185 Cm</a:t>
              </a:r>
            </a:p>
          </p:txBody>
        </p:sp>
        <p:grpSp>
          <p:nvGrpSpPr>
            <p:cNvPr id="343" name="Gruppo 342">
              <a:extLst>
                <a:ext uri="{FF2B5EF4-FFF2-40B4-BE49-F238E27FC236}">
                  <a16:creationId xmlns:a16="http://schemas.microsoft.com/office/drawing/2014/main" id="{98203095-C43B-9147-EB74-65081C556DA1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47" name="Ovale 346">
                <a:extLst>
                  <a:ext uri="{FF2B5EF4-FFF2-40B4-BE49-F238E27FC236}">
                    <a16:creationId xmlns:a16="http://schemas.microsoft.com/office/drawing/2014/main" id="{2D8452C4-414E-7336-5DBF-CDD25D8344EB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8" name="CasellaDiTesto 347">
                <a:extLst>
                  <a:ext uri="{FF2B5EF4-FFF2-40B4-BE49-F238E27FC236}">
                    <a16:creationId xmlns:a16="http://schemas.microsoft.com/office/drawing/2014/main" id="{3D884093-6067-59D3-7085-BD4812A09F17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26</a:t>
                </a:r>
              </a:p>
            </p:txBody>
          </p:sp>
        </p:grpSp>
        <p:grpSp>
          <p:nvGrpSpPr>
            <p:cNvPr id="344" name="Gruppo 343">
              <a:extLst>
                <a:ext uri="{FF2B5EF4-FFF2-40B4-BE49-F238E27FC236}">
                  <a16:creationId xmlns:a16="http://schemas.microsoft.com/office/drawing/2014/main" id="{1F7A13A0-4807-D487-B934-E3372D6A21F0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45" name="Ovale 344">
                <a:extLst>
                  <a:ext uri="{FF2B5EF4-FFF2-40B4-BE49-F238E27FC236}">
                    <a16:creationId xmlns:a16="http://schemas.microsoft.com/office/drawing/2014/main" id="{2BD75B3A-4A69-E028-6153-247B07497399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46" name="CasellaDiTesto 345">
                <a:extLst>
                  <a:ext uri="{FF2B5EF4-FFF2-40B4-BE49-F238E27FC236}">
                    <a16:creationId xmlns:a16="http://schemas.microsoft.com/office/drawing/2014/main" id="{2D307D17-1A4F-3FD0-1B32-0B0C8D1219FF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349" name="Gruppo 348">
            <a:extLst>
              <a:ext uri="{FF2B5EF4-FFF2-40B4-BE49-F238E27FC236}">
                <a16:creationId xmlns:a16="http://schemas.microsoft.com/office/drawing/2014/main" id="{54E86DE7-3D86-6766-44D1-2B5A23087566}"/>
              </a:ext>
            </a:extLst>
          </p:cNvPr>
          <p:cNvGrpSpPr/>
          <p:nvPr/>
        </p:nvGrpSpPr>
        <p:grpSpPr>
          <a:xfrm>
            <a:off x="4946708" y="3157577"/>
            <a:ext cx="1460066" cy="222843"/>
            <a:chOff x="3923267" y="734293"/>
            <a:chExt cx="1460066" cy="222843"/>
          </a:xfrm>
        </p:grpSpPr>
        <p:sp>
          <p:nvSpPr>
            <p:cNvPr id="350" name="Rettangolo con due angoli in diagonale arrotondati 349">
              <a:extLst>
                <a:ext uri="{FF2B5EF4-FFF2-40B4-BE49-F238E27FC236}">
                  <a16:creationId xmlns:a16="http://schemas.microsoft.com/office/drawing/2014/main" id="{56C44F8D-9131-F6E9-9955-5BA36E5335F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351" name="CasellaDiTesto 350">
              <a:extLst>
                <a:ext uri="{FF2B5EF4-FFF2-40B4-BE49-F238E27FC236}">
                  <a16:creationId xmlns:a16="http://schemas.microsoft.com/office/drawing/2014/main" id="{65721492-C3C4-678A-BC0D-3B73B62C321B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LCM4 186 Cm</a:t>
              </a:r>
            </a:p>
          </p:txBody>
        </p:sp>
        <p:grpSp>
          <p:nvGrpSpPr>
            <p:cNvPr id="352" name="Gruppo 351">
              <a:extLst>
                <a:ext uri="{FF2B5EF4-FFF2-40B4-BE49-F238E27FC236}">
                  <a16:creationId xmlns:a16="http://schemas.microsoft.com/office/drawing/2014/main" id="{771DC3C8-196C-1808-5728-39A2F5BBEB28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356" name="Ovale 355">
                <a:extLst>
                  <a:ext uri="{FF2B5EF4-FFF2-40B4-BE49-F238E27FC236}">
                    <a16:creationId xmlns:a16="http://schemas.microsoft.com/office/drawing/2014/main" id="{6E5EBB1C-C3A2-C48B-84DD-FD7FB19369D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7" name="CasellaDiTesto 356">
                <a:extLst>
                  <a:ext uri="{FF2B5EF4-FFF2-40B4-BE49-F238E27FC236}">
                    <a16:creationId xmlns:a16="http://schemas.microsoft.com/office/drawing/2014/main" id="{E811D575-B95F-2D1E-FF22-C0904BE686BB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30</a:t>
                </a:r>
              </a:p>
            </p:txBody>
          </p:sp>
        </p:grpSp>
        <p:grpSp>
          <p:nvGrpSpPr>
            <p:cNvPr id="353" name="Gruppo 352">
              <a:extLst>
                <a:ext uri="{FF2B5EF4-FFF2-40B4-BE49-F238E27FC236}">
                  <a16:creationId xmlns:a16="http://schemas.microsoft.com/office/drawing/2014/main" id="{2AA5B0F7-E9C1-D6AA-EEBA-CF364B10043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354" name="Ovale 353">
                <a:extLst>
                  <a:ext uri="{FF2B5EF4-FFF2-40B4-BE49-F238E27FC236}">
                    <a16:creationId xmlns:a16="http://schemas.microsoft.com/office/drawing/2014/main" id="{4DFF2F90-F1B4-DBF5-715B-9BD8F15E256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355" name="CasellaDiTesto 354">
                <a:extLst>
                  <a:ext uri="{FF2B5EF4-FFF2-40B4-BE49-F238E27FC236}">
                    <a16:creationId xmlns:a16="http://schemas.microsoft.com/office/drawing/2014/main" id="{CE0548DF-6989-52CD-35C3-EFB77F8F97B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915E113B-316A-B5FC-C6D5-AF2FBC7EEC97}"/>
              </a:ext>
            </a:extLst>
          </p:cNvPr>
          <p:cNvGrpSpPr/>
          <p:nvPr/>
        </p:nvGrpSpPr>
        <p:grpSpPr>
          <a:xfrm>
            <a:off x="3871105" y="4549684"/>
            <a:ext cx="1460066" cy="220379"/>
            <a:chOff x="3923267" y="734293"/>
            <a:chExt cx="1460066" cy="220379"/>
          </a:xfrm>
        </p:grpSpPr>
        <p:sp>
          <p:nvSpPr>
            <p:cNvPr id="77" name="Rettangolo con due angoli in diagonale arrotondati 76">
              <a:extLst>
                <a:ext uri="{FF2B5EF4-FFF2-40B4-BE49-F238E27FC236}">
                  <a16:creationId xmlns:a16="http://schemas.microsoft.com/office/drawing/2014/main" id="{0A942D83-3169-D3F3-EA50-9A80F3623D1C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78" name="CasellaDiTesto 77">
              <a:extLst>
                <a:ext uri="{FF2B5EF4-FFF2-40B4-BE49-F238E27FC236}">
                  <a16:creationId xmlns:a16="http://schemas.microsoft.com/office/drawing/2014/main" id="{07BB7EFF-B30F-C104-06E4-58E8E722645C}"/>
                </a:ext>
              </a:extLst>
            </p:cNvPr>
            <p:cNvSpPr txBox="1"/>
            <p:nvPr/>
          </p:nvSpPr>
          <p:spPr>
            <a:xfrm>
              <a:off x="4072808" y="739228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rPr>
                <a:t>ST1 186 Cm</a:t>
              </a:r>
            </a:p>
          </p:txBody>
        </p:sp>
        <p:grpSp>
          <p:nvGrpSpPr>
            <p:cNvPr id="79" name="Gruppo 78">
              <a:extLst>
                <a:ext uri="{FF2B5EF4-FFF2-40B4-BE49-F238E27FC236}">
                  <a16:creationId xmlns:a16="http://schemas.microsoft.com/office/drawing/2014/main" id="{753E8574-2E27-69F8-0AC2-BC9C2CB618D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83" name="Ovale 82">
                <a:extLst>
                  <a:ext uri="{FF2B5EF4-FFF2-40B4-BE49-F238E27FC236}">
                    <a16:creationId xmlns:a16="http://schemas.microsoft.com/office/drawing/2014/main" id="{FA0BC412-290C-2A17-2BD5-37DF57E31646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4" name="CasellaDiTesto 83">
                <a:extLst>
                  <a:ext uri="{FF2B5EF4-FFF2-40B4-BE49-F238E27FC236}">
                    <a16:creationId xmlns:a16="http://schemas.microsoft.com/office/drawing/2014/main" id="{E7F6A853-56FF-DEAB-4E6E-7580D0793B5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31</a:t>
                </a:r>
              </a:p>
            </p:txBody>
          </p:sp>
        </p:grpSp>
        <p:grpSp>
          <p:nvGrpSpPr>
            <p:cNvPr id="80" name="Gruppo 79">
              <a:extLst>
                <a:ext uri="{FF2B5EF4-FFF2-40B4-BE49-F238E27FC236}">
                  <a16:creationId xmlns:a16="http://schemas.microsoft.com/office/drawing/2014/main" id="{505709F4-35F7-99B5-7C3F-BE0B9AFA9336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81" name="Ovale 80">
                <a:extLst>
                  <a:ext uri="{FF2B5EF4-FFF2-40B4-BE49-F238E27FC236}">
                    <a16:creationId xmlns:a16="http://schemas.microsoft.com/office/drawing/2014/main" id="{39EAD7F8-F628-82DF-517F-7E0A61800188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B0A70219-3657-579D-13FC-9225066D9E20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6463004E-9418-62DF-90A5-F31141BC18A5}"/>
              </a:ext>
            </a:extLst>
          </p:cNvPr>
          <p:cNvGrpSpPr/>
          <p:nvPr/>
        </p:nvGrpSpPr>
        <p:grpSpPr>
          <a:xfrm>
            <a:off x="3871105" y="4745826"/>
            <a:ext cx="1460066" cy="222843"/>
            <a:chOff x="3923267" y="734293"/>
            <a:chExt cx="1460066" cy="222843"/>
          </a:xfrm>
        </p:grpSpPr>
        <p:sp>
          <p:nvSpPr>
            <p:cNvPr id="86" name="Rettangolo con due angoli in diagonale arrotondati 85">
              <a:extLst>
                <a:ext uri="{FF2B5EF4-FFF2-40B4-BE49-F238E27FC236}">
                  <a16:creationId xmlns:a16="http://schemas.microsoft.com/office/drawing/2014/main" id="{9F2BB2E2-7648-2F77-3527-B40896356C60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87" name="CasellaDiTesto 86">
              <a:extLst>
                <a:ext uri="{FF2B5EF4-FFF2-40B4-BE49-F238E27FC236}">
                  <a16:creationId xmlns:a16="http://schemas.microsoft.com/office/drawing/2014/main" id="{5F890CC4-D072-7FAF-08C4-6EE66F14EB4C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ST2 179 Cm</a:t>
              </a:r>
            </a:p>
          </p:txBody>
        </p:sp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79B55267-0F42-C0A7-9AFA-30B956C9E909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92" name="Ovale 91">
                <a:extLst>
                  <a:ext uri="{FF2B5EF4-FFF2-40B4-BE49-F238E27FC236}">
                    <a16:creationId xmlns:a16="http://schemas.microsoft.com/office/drawing/2014/main" id="{50FBCB26-DB87-1EF2-A5A8-375FDF063EE2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3" name="CasellaDiTesto 92">
                <a:extLst>
                  <a:ext uri="{FF2B5EF4-FFF2-40B4-BE49-F238E27FC236}">
                    <a16:creationId xmlns:a16="http://schemas.microsoft.com/office/drawing/2014/main" id="{AF27425A-CEA9-69AF-B72C-8558D69512CF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32</a:t>
                </a:r>
              </a:p>
            </p:txBody>
          </p:sp>
        </p:grpSp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A20B9ACA-6F29-F6A8-EBF1-A151CA65B5EB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90" name="Ovale 89">
                <a:extLst>
                  <a:ext uri="{FF2B5EF4-FFF2-40B4-BE49-F238E27FC236}">
                    <a16:creationId xmlns:a16="http://schemas.microsoft.com/office/drawing/2014/main" id="{8FB4C28F-34D2-CC35-401B-4E1C613FF3BD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91" name="CasellaDiTesto 90">
                <a:extLst>
                  <a:ext uri="{FF2B5EF4-FFF2-40B4-BE49-F238E27FC236}">
                    <a16:creationId xmlns:a16="http://schemas.microsoft.com/office/drawing/2014/main" id="{8F9C0082-D024-BC86-89B9-9587951AEF01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grpSp>
        <p:nvGrpSpPr>
          <p:cNvPr id="403" name="Gruppo 402">
            <a:extLst>
              <a:ext uri="{FF2B5EF4-FFF2-40B4-BE49-F238E27FC236}">
                <a16:creationId xmlns:a16="http://schemas.microsoft.com/office/drawing/2014/main" id="{1A7B32D7-9B60-88D6-9F19-A7C0F186D605}"/>
              </a:ext>
            </a:extLst>
          </p:cNvPr>
          <p:cNvGrpSpPr/>
          <p:nvPr/>
        </p:nvGrpSpPr>
        <p:grpSpPr>
          <a:xfrm>
            <a:off x="3871105" y="4944559"/>
            <a:ext cx="1460066" cy="222843"/>
            <a:chOff x="3923267" y="734293"/>
            <a:chExt cx="1460066" cy="222843"/>
          </a:xfrm>
        </p:grpSpPr>
        <p:sp>
          <p:nvSpPr>
            <p:cNvPr id="404" name="Rettangolo con due angoli in diagonale arrotondati 403">
              <a:extLst>
                <a:ext uri="{FF2B5EF4-FFF2-40B4-BE49-F238E27FC236}">
                  <a16:creationId xmlns:a16="http://schemas.microsoft.com/office/drawing/2014/main" id="{1071D7FF-A573-0B0E-A4EC-ABC48741A524}"/>
                </a:ext>
              </a:extLst>
            </p:cNvPr>
            <p:cNvSpPr/>
            <p:nvPr/>
          </p:nvSpPr>
          <p:spPr>
            <a:xfrm>
              <a:off x="4075181" y="748970"/>
              <a:ext cx="1155386" cy="172324"/>
            </a:xfrm>
            <a:prstGeom prst="round2Diag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Avenir Next Condensed" panose="020B0506020202020204" pitchFamily="34" charset="0"/>
              </a:endParaRPr>
            </a:p>
          </p:txBody>
        </p:sp>
        <p:sp>
          <p:nvSpPr>
            <p:cNvPr id="405" name="CasellaDiTesto 404">
              <a:extLst>
                <a:ext uri="{FF2B5EF4-FFF2-40B4-BE49-F238E27FC236}">
                  <a16:creationId xmlns:a16="http://schemas.microsoft.com/office/drawing/2014/main" id="{4476604A-7391-5168-A057-FFB0507989B4}"/>
                </a:ext>
              </a:extLst>
            </p:cNvPr>
            <p:cNvSpPr txBox="1"/>
            <p:nvPr/>
          </p:nvSpPr>
          <p:spPr>
            <a:xfrm>
              <a:off x="4068403" y="741692"/>
              <a:ext cx="1173392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it-IT" sz="800" dirty="0">
                  <a:latin typeface="Avenir Next Condensed" panose="020B0506020202020204" pitchFamily="34" charset="0"/>
                </a:rPr>
                <a:t>ST3 176 Cm</a:t>
              </a:r>
            </a:p>
          </p:txBody>
        </p:sp>
        <p:grpSp>
          <p:nvGrpSpPr>
            <p:cNvPr id="406" name="Gruppo 405">
              <a:extLst>
                <a:ext uri="{FF2B5EF4-FFF2-40B4-BE49-F238E27FC236}">
                  <a16:creationId xmlns:a16="http://schemas.microsoft.com/office/drawing/2014/main" id="{C4FB8807-87D7-F788-4EDB-14915C315DFB}"/>
                </a:ext>
              </a:extLst>
            </p:cNvPr>
            <p:cNvGrpSpPr/>
            <p:nvPr/>
          </p:nvGrpSpPr>
          <p:grpSpPr>
            <a:xfrm>
              <a:off x="3923267" y="739225"/>
              <a:ext cx="318233" cy="215444"/>
              <a:chOff x="3923267" y="739225"/>
              <a:chExt cx="318233" cy="215444"/>
            </a:xfrm>
          </p:grpSpPr>
          <p:sp>
            <p:nvSpPr>
              <p:cNvPr id="410" name="Ovale 409">
                <a:extLst>
                  <a:ext uri="{FF2B5EF4-FFF2-40B4-BE49-F238E27FC236}">
                    <a16:creationId xmlns:a16="http://schemas.microsoft.com/office/drawing/2014/main" id="{9995694A-8D14-4D2A-0BEC-52F90C545D04}"/>
                  </a:ext>
                </a:extLst>
              </p:cNvPr>
              <p:cNvSpPr/>
              <p:nvPr/>
            </p:nvSpPr>
            <p:spPr>
              <a:xfrm>
                <a:off x="3996244" y="748967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11" name="CasellaDiTesto 410">
                <a:extLst>
                  <a:ext uri="{FF2B5EF4-FFF2-40B4-BE49-F238E27FC236}">
                    <a16:creationId xmlns:a16="http://schemas.microsoft.com/office/drawing/2014/main" id="{95F50B6E-5548-FD92-0066-2F5FF441C26D}"/>
                  </a:ext>
                </a:extLst>
              </p:cNvPr>
              <p:cNvSpPr txBox="1"/>
              <p:nvPr/>
            </p:nvSpPr>
            <p:spPr>
              <a:xfrm>
                <a:off x="3923267" y="739225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33</a:t>
                </a:r>
              </a:p>
            </p:txBody>
          </p:sp>
        </p:grpSp>
        <p:grpSp>
          <p:nvGrpSpPr>
            <p:cNvPr id="407" name="Gruppo 406">
              <a:extLst>
                <a:ext uri="{FF2B5EF4-FFF2-40B4-BE49-F238E27FC236}">
                  <a16:creationId xmlns:a16="http://schemas.microsoft.com/office/drawing/2014/main" id="{28455FBF-3D8A-9147-2EAA-A90FEDBFE97C}"/>
                </a:ext>
              </a:extLst>
            </p:cNvPr>
            <p:cNvGrpSpPr/>
            <p:nvPr/>
          </p:nvGrpSpPr>
          <p:grpSpPr>
            <a:xfrm>
              <a:off x="5065100" y="734293"/>
              <a:ext cx="318233" cy="215444"/>
              <a:chOff x="3916917" y="733832"/>
              <a:chExt cx="318233" cy="215444"/>
            </a:xfrm>
          </p:grpSpPr>
          <p:sp>
            <p:nvSpPr>
              <p:cNvPr id="408" name="Ovale 407">
                <a:extLst>
                  <a:ext uri="{FF2B5EF4-FFF2-40B4-BE49-F238E27FC236}">
                    <a16:creationId xmlns:a16="http://schemas.microsoft.com/office/drawing/2014/main" id="{57A78F85-D2E0-F12A-17D7-BBC08DD27A15}"/>
                  </a:ext>
                </a:extLst>
              </p:cNvPr>
              <p:cNvSpPr/>
              <p:nvPr/>
            </p:nvSpPr>
            <p:spPr>
              <a:xfrm>
                <a:off x="3987781" y="748509"/>
                <a:ext cx="172324" cy="17232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00">
                      <a:shade val="30000"/>
                      <a:satMod val="115000"/>
                    </a:srgbClr>
                  </a:gs>
                  <a:gs pos="50000">
                    <a:srgbClr val="FFFF00">
                      <a:shade val="67500"/>
                      <a:satMod val="115000"/>
                    </a:srgbClr>
                  </a:gs>
                  <a:gs pos="100000">
                    <a:srgbClr val="FFFF0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409" name="CasellaDiTesto 408">
                <a:extLst>
                  <a:ext uri="{FF2B5EF4-FFF2-40B4-BE49-F238E27FC236}">
                    <a16:creationId xmlns:a16="http://schemas.microsoft.com/office/drawing/2014/main" id="{48D9E906-9F7A-D33D-7F4E-B3E9FF12D924}"/>
                  </a:ext>
                </a:extLst>
              </p:cNvPr>
              <p:cNvSpPr txBox="1"/>
              <p:nvPr/>
            </p:nvSpPr>
            <p:spPr>
              <a:xfrm>
                <a:off x="3916917" y="733832"/>
                <a:ext cx="318233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it-IT" sz="800" dirty="0"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  <a:latin typeface="Avenir Next Condensed" panose="020B0506020202020204" pitchFamily="34" charset="0"/>
                    <a:ea typeface="Helvetica Neue Light" panose="02000403000000020004" pitchFamily="2" charset="0"/>
                    <a:cs typeface="FUTURA CONDENSED EXTRABOLD" panose="020B0602020204020303" pitchFamily="34" charset="-79"/>
                  </a:rPr>
                  <a:t>D</a:t>
                </a:r>
                <a:endParaRPr lang="it-IT" sz="800" dirty="0"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Avenir Next Condensed" panose="020B0506020202020204" pitchFamily="34" charset="0"/>
                  <a:ea typeface="Helvetica Neue Light" panose="02000403000000020004" pitchFamily="2" charset="0"/>
                  <a:cs typeface="Futura Condensed ExtraBold" panose="020B0602020204020303" pitchFamily="34" charset="-79"/>
                </a:endParaRPr>
              </a:p>
            </p:txBody>
          </p:sp>
        </p:grpSp>
      </p:grpSp>
      <p:pic>
        <p:nvPicPr>
          <p:cNvPr id="412" name="Picture 8">
            <a:extLst>
              <a:ext uri="{FF2B5EF4-FFF2-40B4-BE49-F238E27FC236}">
                <a16:creationId xmlns:a16="http://schemas.microsoft.com/office/drawing/2014/main" id="{46BE1C9A-C21A-BE93-F19F-6F7DD3522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000" y="402638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59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464CC3B-98AA-314E-AC54-CDC838F91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8552007" y="260238"/>
            <a:ext cx="278789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7BF919B-09B3-8EE3-279C-AD41575BE8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3682" y="275956"/>
            <a:ext cx="411930" cy="411930"/>
          </a:xfrm>
          <a:prstGeom prst="rect">
            <a:avLst/>
          </a:prstGeom>
        </p:spPr>
      </p:pic>
      <p:grpSp>
        <p:nvGrpSpPr>
          <p:cNvPr id="21" name="Gruppo 20">
            <a:extLst>
              <a:ext uri="{FF2B5EF4-FFF2-40B4-BE49-F238E27FC236}">
                <a16:creationId xmlns:a16="http://schemas.microsoft.com/office/drawing/2014/main" id="{1D6B0944-37E5-6624-5ECE-99E7A989A8A8}"/>
              </a:ext>
            </a:extLst>
          </p:cNvPr>
          <p:cNvGrpSpPr/>
          <p:nvPr/>
        </p:nvGrpSpPr>
        <p:grpSpPr>
          <a:xfrm flipH="1">
            <a:off x="-39102" y="2250968"/>
            <a:ext cx="932516" cy="453341"/>
            <a:chOff x="2312419" y="3416804"/>
            <a:chExt cx="932516" cy="453341"/>
          </a:xfrm>
        </p:grpSpPr>
        <p:grpSp>
          <p:nvGrpSpPr>
            <p:cNvPr id="22" name="Gruppo 21">
              <a:extLst>
                <a:ext uri="{FF2B5EF4-FFF2-40B4-BE49-F238E27FC236}">
                  <a16:creationId xmlns:a16="http://schemas.microsoft.com/office/drawing/2014/main" id="{25DC9506-8D90-E3BB-F1A0-6A8D2621A3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22766" y="3623924"/>
              <a:ext cx="509821" cy="246221"/>
              <a:chOff x="1439157" y="3314991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Ovale 23">
                <a:extLst>
                  <a:ext uri="{FF2B5EF4-FFF2-40B4-BE49-F238E27FC236}">
                    <a16:creationId xmlns:a16="http://schemas.microsoft.com/office/drawing/2014/main" id="{51E98635-0665-6B39-5038-244577256A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A3D076"/>
              </a:solidFill>
              <a:ln w="12700">
                <a:solidFill>
                  <a:srgbClr val="AFDC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D348D489-7550-99E4-BA96-98A6357E3C55}"/>
                  </a:ext>
                </a:extLst>
              </p:cNvPr>
              <p:cNvSpPr txBox="1"/>
              <p:nvPr/>
            </p:nvSpPr>
            <p:spPr>
              <a:xfrm>
                <a:off x="1439157" y="3314991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F4A4D54B-B881-616E-D9C2-38913F859C93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POR</a:t>
              </a:r>
            </a:p>
          </p:txBody>
        </p:sp>
      </p:grpSp>
      <p:grpSp>
        <p:nvGrpSpPr>
          <p:cNvPr id="105" name="Gruppo 104">
            <a:extLst>
              <a:ext uri="{FF2B5EF4-FFF2-40B4-BE49-F238E27FC236}">
                <a16:creationId xmlns:a16="http://schemas.microsoft.com/office/drawing/2014/main" id="{7952CA26-48CE-2B73-A633-31080BA49636}"/>
              </a:ext>
            </a:extLst>
          </p:cNvPr>
          <p:cNvGrpSpPr/>
          <p:nvPr/>
        </p:nvGrpSpPr>
        <p:grpSpPr>
          <a:xfrm flipH="1">
            <a:off x="6922269" y="2167456"/>
            <a:ext cx="932516" cy="453340"/>
            <a:chOff x="2312419" y="3416804"/>
            <a:chExt cx="932516" cy="453340"/>
          </a:xfrm>
        </p:grpSpPr>
        <p:grpSp>
          <p:nvGrpSpPr>
            <p:cNvPr id="161" name="Gruppo 160">
              <a:extLst>
                <a:ext uri="{FF2B5EF4-FFF2-40B4-BE49-F238E27FC236}">
                  <a16:creationId xmlns:a16="http://schemas.microsoft.com/office/drawing/2014/main" id="{B5FDA1F0-5B46-A095-6F73-55877692749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0460" y="3623923"/>
              <a:ext cx="509821" cy="246221"/>
              <a:chOff x="1426519" y="3314989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3" name="Ovale 162">
                <a:extLst>
                  <a:ext uri="{FF2B5EF4-FFF2-40B4-BE49-F238E27FC236}">
                    <a16:creationId xmlns:a16="http://schemas.microsoft.com/office/drawing/2014/main" id="{C2C89297-2DDD-3613-12E3-B1F5F6C189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313331"/>
              </a:solidFill>
              <a:ln w="12700">
                <a:solidFill>
                  <a:srgbClr val="2A2C2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64" name="CasellaDiTesto 163">
                <a:extLst>
                  <a:ext uri="{FF2B5EF4-FFF2-40B4-BE49-F238E27FC236}">
                    <a16:creationId xmlns:a16="http://schemas.microsoft.com/office/drawing/2014/main" id="{39E55BF0-8D98-293C-040E-0FE9D44CBB75}"/>
                  </a:ext>
                </a:extLst>
              </p:cNvPr>
              <p:cNvSpPr txBox="1"/>
              <p:nvPr/>
            </p:nvSpPr>
            <p:spPr>
              <a:xfrm>
                <a:off x="1426519" y="3314989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62" name="CasellaDiTesto 161">
              <a:extLst>
                <a:ext uri="{FF2B5EF4-FFF2-40B4-BE49-F238E27FC236}">
                  <a16:creationId xmlns:a16="http://schemas.microsoft.com/office/drawing/2014/main" id="{5B4C6FCA-69B6-54BD-83ED-847D67B904ED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Gk1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F63EF54-D834-A3CA-0A10-29423ECE8CBB}"/>
              </a:ext>
            </a:extLst>
          </p:cNvPr>
          <p:cNvSpPr txBox="1"/>
          <p:nvPr/>
        </p:nvSpPr>
        <p:spPr>
          <a:xfrm>
            <a:off x="5791283" y="2504267"/>
            <a:ext cx="32566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⚽️</a:t>
            </a:r>
          </a:p>
        </p:txBody>
      </p:sp>
      <p:grpSp>
        <p:nvGrpSpPr>
          <p:cNvPr id="118" name="Gruppo 117">
            <a:extLst>
              <a:ext uri="{FF2B5EF4-FFF2-40B4-BE49-F238E27FC236}">
                <a16:creationId xmlns:a16="http://schemas.microsoft.com/office/drawing/2014/main" id="{7039A2F2-D816-1E61-6D70-527EF8779E16}"/>
              </a:ext>
            </a:extLst>
          </p:cNvPr>
          <p:cNvGrpSpPr/>
          <p:nvPr/>
        </p:nvGrpSpPr>
        <p:grpSpPr>
          <a:xfrm flipH="1">
            <a:off x="2214942" y="1667282"/>
            <a:ext cx="932516" cy="450141"/>
            <a:chOff x="2312419" y="3416804"/>
            <a:chExt cx="932516" cy="450141"/>
          </a:xfrm>
        </p:grpSpPr>
        <p:grpSp>
          <p:nvGrpSpPr>
            <p:cNvPr id="119" name="Gruppo 118">
              <a:extLst>
                <a:ext uri="{FF2B5EF4-FFF2-40B4-BE49-F238E27FC236}">
                  <a16:creationId xmlns:a16="http://schemas.microsoft.com/office/drawing/2014/main" id="{DC41D206-2647-DDAB-AD26-CA5894DA93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1" name="Ovale 120">
                <a:extLst>
                  <a:ext uri="{FF2B5EF4-FFF2-40B4-BE49-F238E27FC236}">
                    <a16:creationId xmlns:a16="http://schemas.microsoft.com/office/drawing/2014/main" id="{3EFE5244-5494-FC9D-059D-E6154577C2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22" name="CasellaDiTesto 121">
                <a:extLst>
                  <a:ext uri="{FF2B5EF4-FFF2-40B4-BE49-F238E27FC236}">
                    <a16:creationId xmlns:a16="http://schemas.microsoft.com/office/drawing/2014/main" id="{4BDB8418-35DA-2D25-0E5B-E03FD420B7F0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6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0" name="CasellaDiTesto 119">
              <a:extLst>
                <a:ext uri="{FF2B5EF4-FFF2-40B4-BE49-F238E27FC236}">
                  <a16:creationId xmlns:a16="http://schemas.microsoft.com/office/drawing/2014/main" id="{09951BF7-6C42-D8B8-26AF-181D4474A03B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DC </a:t>
              </a:r>
              <a:r>
                <a:rPr kumimoji="0" lang="it-IT" sz="1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S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78" name="Gruppo 177">
            <a:extLst>
              <a:ext uri="{FF2B5EF4-FFF2-40B4-BE49-F238E27FC236}">
                <a16:creationId xmlns:a16="http://schemas.microsoft.com/office/drawing/2014/main" id="{628C2EBC-15F1-3D86-5F3E-AD531BA2A4DA}"/>
              </a:ext>
            </a:extLst>
          </p:cNvPr>
          <p:cNvGrpSpPr/>
          <p:nvPr/>
        </p:nvGrpSpPr>
        <p:grpSpPr>
          <a:xfrm flipH="1">
            <a:off x="5396938" y="599319"/>
            <a:ext cx="932516" cy="449627"/>
            <a:chOff x="2312419" y="3416804"/>
            <a:chExt cx="932516" cy="449627"/>
          </a:xfrm>
        </p:grpSpPr>
        <p:grpSp>
          <p:nvGrpSpPr>
            <p:cNvPr id="179" name="Gruppo 178">
              <a:extLst>
                <a:ext uri="{FF2B5EF4-FFF2-40B4-BE49-F238E27FC236}">
                  <a16:creationId xmlns:a16="http://schemas.microsoft.com/office/drawing/2014/main" id="{58BD32CB-3695-C590-2E8F-AF292EEC684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0210"/>
              <a:ext cx="509821" cy="246221"/>
              <a:chOff x="1430255" y="3311229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1" name="Ovale 180">
                <a:extLst>
                  <a:ext uri="{FF2B5EF4-FFF2-40B4-BE49-F238E27FC236}">
                    <a16:creationId xmlns:a16="http://schemas.microsoft.com/office/drawing/2014/main" id="{6D6AF679-9275-7B45-E362-54D0AC6786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EE4F1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82" name="CasellaDiTesto 181">
                <a:extLst>
                  <a:ext uri="{FF2B5EF4-FFF2-40B4-BE49-F238E27FC236}">
                    <a16:creationId xmlns:a16="http://schemas.microsoft.com/office/drawing/2014/main" id="{CE46E206-EBC3-A550-9140-7B2D76C8F092}"/>
                  </a:ext>
                </a:extLst>
              </p:cNvPr>
              <p:cNvSpPr txBox="1"/>
              <p:nvPr/>
            </p:nvSpPr>
            <p:spPr>
              <a:xfrm>
                <a:off x="1430255" y="3311229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4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80" name="CasellaDiTesto 179">
              <a:extLst>
                <a:ext uri="{FF2B5EF4-FFF2-40B4-BE49-F238E27FC236}">
                  <a16:creationId xmlns:a16="http://schemas.microsoft.com/office/drawing/2014/main" id="{3D677875-3611-BA41-C442-39760EA03A32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000" dirty="0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Rcb1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C9E0A26-AC7F-FBE7-4DAC-A247DF68C144}"/>
              </a:ext>
            </a:extLst>
          </p:cNvPr>
          <p:cNvSpPr txBox="1"/>
          <p:nvPr/>
        </p:nvSpPr>
        <p:spPr>
          <a:xfrm>
            <a:off x="227309" y="4639891"/>
            <a:ext cx="1894397" cy="276999"/>
          </a:xfrm>
          <a:prstGeom prst="rect">
            <a:avLst/>
          </a:prstGeom>
          <a:solidFill>
            <a:srgbClr val="FFFFFF">
              <a:alpha val="20000"/>
            </a:srgb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rPr>
              <a:t>Pressing</a:t>
            </a:r>
          </a:p>
        </p:txBody>
      </p: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A0913C4A-5A12-49AC-D9CC-D932AFB8018A}"/>
              </a:ext>
            </a:extLst>
          </p:cNvPr>
          <p:cNvGrpSpPr/>
          <p:nvPr/>
        </p:nvGrpSpPr>
        <p:grpSpPr>
          <a:xfrm flipH="1">
            <a:off x="4484605" y="2095312"/>
            <a:ext cx="932516" cy="456884"/>
            <a:chOff x="2312419" y="3416804"/>
            <a:chExt cx="932516" cy="456884"/>
          </a:xfrm>
        </p:grpSpPr>
        <p:grpSp>
          <p:nvGrpSpPr>
            <p:cNvPr id="59" name="Gruppo 58">
              <a:extLst>
                <a:ext uri="{FF2B5EF4-FFF2-40B4-BE49-F238E27FC236}">
                  <a16:creationId xmlns:a16="http://schemas.microsoft.com/office/drawing/2014/main" id="{0ACBFBE3-5873-2386-5643-1AB30ECB772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21530" y="3627467"/>
              <a:ext cx="509821" cy="246221"/>
              <a:chOff x="1437890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1" name="Ovale 60">
                <a:extLst>
                  <a:ext uri="{FF2B5EF4-FFF2-40B4-BE49-F238E27FC236}">
                    <a16:creationId xmlns:a16="http://schemas.microsoft.com/office/drawing/2014/main" id="{5594D2FF-95F7-8900-32D8-78E99322B2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EE4F1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62" name="CasellaDiTesto 61">
                <a:extLst>
                  <a:ext uri="{FF2B5EF4-FFF2-40B4-BE49-F238E27FC236}">
                    <a16:creationId xmlns:a16="http://schemas.microsoft.com/office/drawing/2014/main" id="{11D756C8-D7AB-BE95-D488-330A37455A73}"/>
                  </a:ext>
                </a:extLst>
              </p:cNvPr>
              <p:cNvSpPr txBox="1"/>
              <p:nvPr/>
            </p:nvSpPr>
            <p:spPr>
              <a:xfrm>
                <a:off x="1437890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19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5B37D023-3E79-8E0D-76E9-5AC2E6F0D30A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Cm1</a:t>
              </a:r>
            </a:p>
          </p:txBody>
        </p:sp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37070BCC-D29F-A0D5-39BC-F50F86389D5C}"/>
              </a:ext>
            </a:extLst>
          </p:cNvPr>
          <p:cNvGrpSpPr/>
          <p:nvPr/>
        </p:nvGrpSpPr>
        <p:grpSpPr>
          <a:xfrm flipH="1">
            <a:off x="5791712" y="2279635"/>
            <a:ext cx="932516" cy="449264"/>
            <a:chOff x="2312419" y="3416804"/>
            <a:chExt cx="932516" cy="449264"/>
          </a:xfrm>
        </p:grpSpPr>
        <p:grpSp>
          <p:nvGrpSpPr>
            <p:cNvPr id="64" name="Gruppo 63">
              <a:extLst>
                <a:ext uri="{FF2B5EF4-FFF2-40B4-BE49-F238E27FC236}">
                  <a16:creationId xmlns:a16="http://schemas.microsoft.com/office/drawing/2014/main" id="{BE4D09E3-52F6-D944-54A2-5DB922CF2F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3733" y="3619847"/>
              <a:ext cx="509821" cy="246221"/>
              <a:chOff x="1429883" y="3310862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6" name="Ovale 65">
                <a:extLst>
                  <a:ext uri="{FF2B5EF4-FFF2-40B4-BE49-F238E27FC236}">
                    <a16:creationId xmlns:a16="http://schemas.microsoft.com/office/drawing/2014/main" id="{B6EFAB41-8AA2-2B72-858E-3B7D6DF57C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EE4F1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67" name="CasellaDiTesto 66">
                <a:extLst>
                  <a:ext uri="{FF2B5EF4-FFF2-40B4-BE49-F238E27FC236}">
                    <a16:creationId xmlns:a16="http://schemas.microsoft.com/office/drawing/2014/main" id="{FD50CE03-A557-7B80-D8EE-829D6FC2281B}"/>
                  </a:ext>
                </a:extLst>
              </p:cNvPr>
              <p:cNvSpPr txBox="1"/>
              <p:nvPr/>
            </p:nvSpPr>
            <p:spPr>
              <a:xfrm>
                <a:off x="1429883" y="3310862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7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5" name="CasellaDiTesto 64">
              <a:extLst>
                <a:ext uri="{FF2B5EF4-FFF2-40B4-BE49-F238E27FC236}">
                  <a16:creationId xmlns:a16="http://schemas.microsoft.com/office/drawing/2014/main" id="{A8354D7A-B441-3310-F693-4B4DC7610850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Cb1</a:t>
              </a:r>
            </a:p>
          </p:txBody>
        </p:sp>
      </p:grp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0AF32FF4-42F2-C531-7B2D-751D1F438E7F}"/>
              </a:ext>
            </a:extLst>
          </p:cNvPr>
          <p:cNvGrpSpPr/>
          <p:nvPr/>
        </p:nvGrpSpPr>
        <p:grpSpPr>
          <a:xfrm flipH="1">
            <a:off x="5365871" y="3596510"/>
            <a:ext cx="932516" cy="449264"/>
            <a:chOff x="2312419" y="3416804"/>
            <a:chExt cx="932516" cy="449264"/>
          </a:xfrm>
        </p:grpSpPr>
        <p:grpSp>
          <p:nvGrpSpPr>
            <p:cNvPr id="69" name="Gruppo 68">
              <a:extLst>
                <a:ext uri="{FF2B5EF4-FFF2-40B4-BE49-F238E27FC236}">
                  <a16:creationId xmlns:a16="http://schemas.microsoft.com/office/drawing/2014/main" id="{69E819C5-D1D2-3C68-D04D-A0C395BC3FC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19847"/>
              <a:ext cx="509821" cy="246221"/>
              <a:chOff x="1430255" y="3310862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1" name="Ovale 70">
                <a:extLst>
                  <a:ext uri="{FF2B5EF4-FFF2-40B4-BE49-F238E27FC236}">
                    <a16:creationId xmlns:a16="http://schemas.microsoft.com/office/drawing/2014/main" id="{C8F41613-D750-1F5C-4458-0488D328F6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EE4F1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72" name="CasellaDiTesto 71">
                <a:extLst>
                  <a:ext uri="{FF2B5EF4-FFF2-40B4-BE49-F238E27FC236}">
                    <a16:creationId xmlns:a16="http://schemas.microsoft.com/office/drawing/2014/main" id="{D9F667FD-4184-A85A-6CDE-FB438337B79C}"/>
                  </a:ext>
                </a:extLst>
              </p:cNvPr>
              <p:cNvSpPr txBox="1"/>
              <p:nvPr/>
            </p:nvSpPr>
            <p:spPr>
              <a:xfrm>
                <a:off x="1430255" y="3310862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10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70" name="CasellaDiTesto 69">
              <a:extLst>
                <a:ext uri="{FF2B5EF4-FFF2-40B4-BE49-F238E27FC236}">
                  <a16:creationId xmlns:a16="http://schemas.microsoft.com/office/drawing/2014/main" id="{3CC8AE64-E5C7-DF2F-5AA3-00FCE3529306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Lcb1</a:t>
              </a:r>
            </a:p>
          </p:txBody>
        </p:sp>
      </p:grpSp>
      <p:grpSp>
        <p:nvGrpSpPr>
          <p:cNvPr id="73" name="Gruppo 72">
            <a:extLst>
              <a:ext uri="{FF2B5EF4-FFF2-40B4-BE49-F238E27FC236}">
                <a16:creationId xmlns:a16="http://schemas.microsoft.com/office/drawing/2014/main" id="{0CDB5937-840A-EB3B-46DD-C10C7EE6C693}"/>
              </a:ext>
            </a:extLst>
          </p:cNvPr>
          <p:cNvGrpSpPr/>
          <p:nvPr/>
        </p:nvGrpSpPr>
        <p:grpSpPr>
          <a:xfrm flipH="1">
            <a:off x="3793734" y="3087689"/>
            <a:ext cx="932516" cy="456884"/>
            <a:chOff x="2312419" y="3416804"/>
            <a:chExt cx="932516" cy="456884"/>
          </a:xfrm>
        </p:grpSpPr>
        <p:grpSp>
          <p:nvGrpSpPr>
            <p:cNvPr id="74" name="Gruppo 73">
              <a:extLst>
                <a:ext uri="{FF2B5EF4-FFF2-40B4-BE49-F238E27FC236}">
                  <a16:creationId xmlns:a16="http://schemas.microsoft.com/office/drawing/2014/main" id="{24AB6ED9-E69E-C7B8-72DC-1198C16E39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7467"/>
              <a:ext cx="509821" cy="246221"/>
              <a:chOff x="1430255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6" name="Ovale 75">
                <a:extLst>
                  <a:ext uri="{FF2B5EF4-FFF2-40B4-BE49-F238E27FC236}">
                    <a16:creationId xmlns:a16="http://schemas.microsoft.com/office/drawing/2014/main" id="{900CFF81-1DE5-643B-DE35-4A6E7DBD7C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EE4F1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77" name="CasellaDiTesto 76">
                <a:extLst>
                  <a:ext uri="{FF2B5EF4-FFF2-40B4-BE49-F238E27FC236}">
                    <a16:creationId xmlns:a16="http://schemas.microsoft.com/office/drawing/2014/main" id="{C4415BBB-7737-245B-EA50-BF12C76B28B2}"/>
                  </a:ext>
                </a:extLst>
              </p:cNvPr>
              <p:cNvSpPr txBox="1"/>
              <p:nvPr/>
            </p:nvSpPr>
            <p:spPr>
              <a:xfrm>
                <a:off x="1430255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27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75" name="CasellaDiTesto 74">
              <a:extLst>
                <a:ext uri="{FF2B5EF4-FFF2-40B4-BE49-F238E27FC236}">
                  <a16:creationId xmlns:a16="http://schemas.microsoft.com/office/drawing/2014/main" id="{9946A6CF-F40F-E0FA-8B27-54AC0D87C73B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Lcm1</a:t>
              </a:r>
            </a:p>
          </p:txBody>
        </p:sp>
      </p:grpSp>
      <p:grpSp>
        <p:nvGrpSpPr>
          <p:cNvPr id="78" name="Gruppo 77">
            <a:extLst>
              <a:ext uri="{FF2B5EF4-FFF2-40B4-BE49-F238E27FC236}">
                <a16:creationId xmlns:a16="http://schemas.microsoft.com/office/drawing/2014/main" id="{57901FA2-29B2-3EE9-FFDA-1E357B70566C}"/>
              </a:ext>
            </a:extLst>
          </p:cNvPr>
          <p:cNvGrpSpPr/>
          <p:nvPr/>
        </p:nvGrpSpPr>
        <p:grpSpPr>
          <a:xfrm flipH="1">
            <a:off x="3776554" y="1608673"/>
            <a:ext cx="932516" cy="456884"/>
            <a:chOff x="2312419" y="3416804"/>
            <a:chExt cx="932516" cy="456884"/>
          </a:xfrm>
        </p:grpSpPr>
        <p:grpSp>
          <p:nvGrpSpPr>
            <p:cNvPr id="79" name="Gruppo 78">
              <a:extLst>
                <a:ext uri="{FF2B5EF4-FFF2-40B4-BE49-F238E27FC236}">
                  <a16:creationId xmlns:a16="http://schemas.microsoft.com/office/drawing/2014/main" id="{B55F28BC-37F1-1A59-CC7D-F0667B402C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7467"/>
              <a:ext cx="509821" cy="246221"/>
              <a:chOff x="1430255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1" name="Ovale 80">
                <a:extLst>
                  <a:ext uri="{FF2B5EF4-FFF2-40B4-BE49-F238E27FC236}">
                    <a16:creationId xmlns:a16="http://schemas.microsoft.com/office/drawing/2014/main" id="{10CDB27F-2C6E-2BF9-F6DC-9376B45C78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EE4F1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21D43F79-0D46-7D3B-9A42-0DB2EB40CB9B}"/>
                  </a:ext>
                </a:extLst>
              </p:cNvPr>
              <p:cNvSpPr txBox="1"/>
              <p:nvPr/>
            </p:nvSpPr>
            <p:spPr>
              <a:xfrm>
                <a:off x="1430255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23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80" name="CasellaDiTesto 79">
              <a:extLst>
                <a:ext uri="{FF2B5EF4-FFF2-40B4-BE49-F238E27FC236}">
                  <a16:creationId xmlns:a16="http://schemas.microsoft.com/office/drawing/2014/main" id="{5075D832-441B-8F7C-E951-234359CC20F6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Rcm1</a:t>
              </a:r>
            </a:p>
          </p:txBody>
        </p:sp>
      </p:grpSp>
      <p:grpSp>
        <p:nvGrpSpPr>
          <p:cNvPr id="83" name="Gruppo 82">
            <a:extLst>
              <a:ext uri="{FF2B5EF4-FFF2-40B4-BE49-F238E27FC236}">
                <a16:creationId xmlns:a16="http://schemas.microsoft.com/office/drawing/2014/main" id="{15848553-0E9A-CDD3-F226-C01C09691082}"/>
              </a:ext>
            </a:extLst>
          </p:cNvPr>
          <p:cNvGrpSpPr/>
          <p:nvPr/>
        </p:nvGrpSpPr>
        <p:grpSpPr>
          <a:xfrm flipH="1">
            <a:off x="3485112" y="4389868"/>
            <a:ext cx="932516" cy="456884"/>
            <a:chOff x="2312419" y="3416804"/>
            <a:chExt cx="932516" cy="456884"/>
          </a:xfrm>
        </p:grpSpPr>
        <p:grpSp>
          <p:nvGrpSpPr>
            <p:cNvPr id="84" name="Gruppo 83">
              <a:extLst>
                <a:ext uri="{FF2B5EF4-FFF2-40B4-BE49-F238E27FC236}">
                  <a16:creationId xmlns:a16="http://schemas.microsoft.com/office/drawing/2014/main" id="{23CE0A0E-1CA4-7FED-D98A-35CE005A1E0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7467"/>
              <a:ext cx="509821" cy="246221"/>
              <a:chOff x="1430255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6" name="Ovale 85">
                <a:extLst>
                  <a:ext uri="{FF2B5EF4-FFF2-40B4-BE49-F238E27FC236}">
                    <a16:creationId xmlns:a16="http://schemas.microsoft.com/office/drawing/2014/main" id="{68661988-C227-41A4-E3B7-A79FB1E5FA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EE4F1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87" name="CasellaDiTesto 86">
                <a:extLst>
                  <a:ext uri="{FF2B5EF4-FFF2-40B4-BE49-F238E27FC236}">
                    <a16:creationId xmlns:a16="http://schemas.microsoft.com/office/drawing/2014/main" id="{7C81F198-C247-114E-DAA0-9181C04B0DC9}"/>
                  </a:ext>
                </a:extLst>
              </p:cNvPr>
              <p:cNvSpPr txBox="1"/>
              <p:nvPr/>
            </p:nvSpPr>
            <p:spPr>
              <a:xfrm>
                <a:off x="1430255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16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85" name="CasellaDiTesto 84">
              <a:extLst>
                <a:ext uri="{FF2B5EF4-FFF2-40B4-BE49-F238E27FC236}">
                  <a16:creationId xmlns:a16="http://schemas.microsoft.com/office/drawing/2014/main" id="{7CB13BC9-F0FA-4300-F66A-9200BED9C1D9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Lfb1</a:t>
              </a:r>
            </a:p>
          </p:txBody>
        </p:sp>
      </p:grpSp>
      <p:grpSp>
        <p:nvGrpSpPr>
          <p:cNvPr id="88" name="Gruppo 87">
            <a:extLst>
              <a:ext uri="{FF2B5EF4-FFF2-40B4-BE49-F238E27FC236}">
                <a16:creationId xmlns:a16="http://schemas.microsoft.com/office/drawing/2014/main" id="{3B50ED6A-BA4A-B86D-48C3-364272ACCE75}"/>
              </a:ext>
            </a:extLst>
          </p:cNvPr>
          <p:cNvGrpSpPr/>
          <p:nvPr/>
        </p:nvGrpSpPr>
        <p:grpSpPr>
          <a:xfrm flipH="1">
            <a:off x="3694744" y="260238"/>
            <a:ext cx="932516" cy="456884"/>
            <a:chOff x="2312419" y="3416804"/>
            <a:chExt cx="932516" cy="456884"/>
          </a:xfrm>
        </p:grpSpPr>
        <p:grpSp>
          <p:nvGrpSpPr>
            <p:cNvPr id="89" name="Gruppo 88">
              <a:extLst>
                <a:ext uri="{FF2B5EF4-FFF2-40B4-BE49-F238E27FC236}">
                  <a16:creationId xmlns:a16="http://schemas.microsoft.com/office/drawing/2014/main" id="{963230D1-ACEF-8D13-B02A-96EEA51378B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21353" y="3627467"/>
              <a:ext cx="509821" cy="246221"/>
              <a:chOff x="1437709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1" name="Ovale 90">
                <a:extLst>
                  <a:ext uri="{FF2B5EF4-FFF2-40B4-BE49-F238E27FC236}">
                    <a16:creationId xmlns:a16="http://schemas.microsoft.com/office/drawing/2014/main" id="{23A0A981-8939-0E41-EB0B-C6E4457F99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EE4F1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92" name="CasellaDiTesto 91">
                <a:extLst>
                  <a:ext uri="{FF2B5EF4-FFF2-40B4-BE49-F238E27FC236}">
                    <a16:creationId xmlns:a16="http://schemas.microsoft.com/office/drawing/2014/main" id="{52F0932E-D387-1B9D-77BA-CCDC775B9D3D}"/>
                  </a:ext>
                </a:extLst>
              </p:cNvPr>
              <p:cNvSpPr txBox="1"/>
              <p:nvPr/>
            </p:nvSpPr>
            <p:spPr>
              <a:xfrm>
                <a:off x="1437709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13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90" name="CasellaDiTesto 89">
              <a:extLst>
                <a:ext uri="{FF2B5EF4-FFF2-40B4-BE49-F238E27FC236}">
                  <a16:creationId xmlns:a16="http://schemas.microsoft.com/office/drawing/2014/main" id="{8D4CDD5F-5B31-9587-A2A7-9EE21D68F756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Rfb1</a:t>
              </a:r>
            </a:p>
          </p:txBody>
        </p:sp>
      </p:grpSp>
      <p:grpSp>
        <p:nvGrpSpPr>
          <p:cNvPr id="93" name="Gruppo 92">
            <a:extLst>
              <a:ext uri="{FF2B5EF4-FFF2-40B4-BE49-F238E27FC236}">
                <a16:creationId xmlns:a16="http://schemas.microsoft.com/office/drawing/2014/main" id="{F936D488-0503-F23B-5BBB-B454AE5268A2}"/>
              </a:ext>
            </a:extLst>
          </p:cNvPr>
          <p:cNvGrpSpPr/>
          <p:nvPr/>
        </p:nvGrpSpPr>
        <p:grpSpPr>
          <a:xfrm flipH="1">
            <a:off x="2619573" y="1690098"/>
            <a:ext cx="932516" cy="456884"/>
            <a:chOff x="2312419" y="3416804"/>
            <a:chExt cx="932516" cy="456884"/>
          </a:xfrm>
        </p:grpSpPr>
        <p:grpSp>
          <p:nvGrpSpPr>
            <p:cNvPr id="94" name="Gruppo 93">
              <a:extLst>
                <a:ext uri="{FF2B5EF4-FFF2-40B4-BE49-F238E27FC236}">
                  <a16:creationId xmlns:a16="http://schemas.microsoft.com/office/drawing/2014/main" id="{6E5688A8-156C-C761-CEC8-051707725F2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3919" y="3627467"/>
              <a:ext cx="509821" cy="246221"/>
              <a:chOff x="1430074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6" name="Ovale 95">
                <a:extLst>
                  <a:ext uri="{FF2B5EF4-FFF2-40B4-BE49-F238E27FC236}">
                    <a16:creationId xmlns:a16="http://schemas.microsoft.com/office/drawing/2014/main" id="{4A61FF3A-B6C0-1DBF-B85A-4BE1D1D815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EE4F1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01" name="CasellaDiTesto 100">
                <a:extLst>
                  <a:ext uri="{FF2B5EF4-FFF2-40B4-BE49-F238E27FC236}">
                    <a16:creationId xmlns:a16="http://schemas.microsoft.com/office/drawing/2014/main" id="{B91982F9-2183-F888-D98B-F57422789A8D}"/>
                  </a:ext>
                </a:extLst>
              </p:cNvPr>
              <p:cNvSpPr txBox="1"/>
              <p:nvPr/>
            </p:nvSpPr>
            <p:spPr>
              <a:xfrm>
                <a:off x="1430074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31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95" name="CasellaDiTesto 94">
              <a:extLst>
                <a:ext uri="{FF2B5EF4-FFF2-40B4-BE49-F238E27FC236}">
                  <a16:creationId xmlns:a16="http://schemas.microsoft.com/office/drawing/2014/main" id="{5C668BAA-A347-F87D-AB8A-5ACEBFF3292A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St1</a:t>
              </a:r>
            </a:p>
          </p:txBody>
        </p:sp>
      </p:grpSp>
      <p:grpSp>
        <p:nvGrpSpPr>
          <p:cNvPr id="103" name="Gruppo 102">
            <a:extLst>
              <a:ext uri="{FF2B5EF4-FFF2-40B4-BE49-F238E27FC236}">
                <a16:creationId xmlns:a16="http://schemas.microsoft.com/office/drawing/2014/main" id="{E3B48795-C1BF-4482-44EA-344AEA9EF7CD}"/>
              </a:ext>
            </a:extLst>
          </p:cNvPr>
          <p:cNvGrpSpPr/>
          <p:nvPr/>
        </p:nvGrpSpPr>
        <p:grpSpPr>
          <a:xfrm flipH="1">
            <a:off x="2637748" y="2884493"/>
            <a:ext cx="932516" cy="456884"/>
            <a:chOff x="2312419" y="3416804"/>
            <a:chExt cx="932516" cy="456884"/>
          </a:xfrm>
        </p:grpSpPr>
        <p:grpSp>
          <p:nvGrpSpPr>
            <p:cNvPr id="104" name="Gruppo 103">
              <a:extLst>
                <a:ext uri="{FF2B5EF4-FFF2-40B4-BE49-F238E27FC236}">
                  <a16:creationId xmlns:a16="http://schemas.microsoft.com/office/drawing/2014/main" id="{FC19523E-8901-C8F1-32A5-F8E47113875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4096" y="3627467"/>
              <a:ext cx="509821" cy="246221"/>
              <a:chOff x="1430255" y="3318578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7" name="Ovale 106">
                <a:extLst>
                  <a:ext uri="{FF2B5EF4-FFF2-40B4-BE49-F238E27FC236}">
                    <a16:creationId xmlns:a16="http://schemas.microsoft.com/office/drawing/2014/main" id="{B7BD42C6-A0CF-2353-1AD0-33C7591BFA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EE4F1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08" name="CasellaDiTesto 107">
                <a:extLst>
                  <a:ext uri="{FF2B5EF4-FFF2-40B4-BE49-F238E27FC236}">
                    <a16:creationId xmlns:a16="http://schemas.microsoft.com/office/drawing/2014/main" id="{BECC3463-09A5-5904-8788-65B692AA7F7D}"/>
                  </a:ext>
                </a:extLst>
              </p:cNvPr>
              <p:cNvSpPr txBox="1"/>
              <p:nvPr/>
            </p:nvSpPr>
            <p:spPr>
              <a:xfrm>
                <a:off x="1430255" y="3318578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34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06" name="CasellaDiTesto 105">
              <a:extLst>
                <a:ext uri="{FF2B5EF4-FFF2-40B4-BE49-F238E27FC236}">
                  <a16:creationId xmlns:a16="http://schemas.microsoft.com/office/drawing/2014/main" id="{84B4F872-8A23-D660-B4C1-931A1AFE213B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St1b</a:t>
              </a:r>
            </a:p>
          </p:txBody>
        </p: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C571E32E-3570-5D0B-0169-A8B627490A7A}"/>
              </a:ext>
            </a:extLst>
          </p:cNvPr>
          <p:cNvGrpSpPr/>
          <p:nvPr/>
        </p:nvGrpSpPr>
        <p:grpSpPr>
          <a:xfrm flipH="1">
            <a:off x="2297233" y="860383"/>
            <a:ext cx="932516" cy="450141"/>
            <a:chOff x="2312419" y="3416804"/>
            <a:chExt cx="932516" cy="450141"/>
          </a:xfrm>
        </p:grpSpPr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036032F8-0ABD-4953-D6B2-A8C8EBA3F84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Ovale 14">
                <a:extLst>
                  <a:ext uri="{FF2B5EF4-FFF2-40B4-BE49-F238E27FC236}">
                    <a16:creationId xmlns:a16="http://schemas.microsoft.com/office/drawing/2014/main" id="{63FDB0BD-2A38-FA2B-E414-8724D47F5A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620405A2-1E99-06F5-A9AA-45B4F54403FB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3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76435487-00B2-B876-F581-204044633063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defRPr/>
              </a:pPr>
              <a:r>
                <a:rPr lang="it-IT" sz="1000" dirty="0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TER </a:t>
              </a:r>
              <a:r>
                <a:rPr lang="it-IT" sz="1000" dirty="0" err="1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S</a:t>
              </a:r>
              <a:endParaRPr lang="it-IT" sz="1000" dirty="0">
                <a:solidFill>
                  <a:prstClr val="black"/>
                </a:solidFill>
                <a:latin typeface="Avenir Next Condensed" panose="020B0506020202020204" pitchFamily="34" charset="0"/>
              </a:endParaRPr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BC6D12A7-F137-6BA4-E63B-488CBCC488C4}"/>
              </a:ext>
            </a:extLst>
          </p:cNvPr>
          <p:cNvGrpSpPr/>
          <p:nvPr/>
        </p:nvGrpSpPr>
        <p:grpSpPr>
          <a:xfrm flipH="1">
            <a:off x="2191961" y="2801007"/>
            <a:ext cx="932516" cy="450141"/>
            <a:chOff x="2312419" y="3416804"/>
            <a:chExt cx="932516" cy="450141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60C63F63-A135-148F-552B-DFB130E908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" name="Ovale 19">
                <a:extLst>
                  <a:ext uri="{FF2B5EF4-FFF2-40B4-BE49-F238E27FC236}">
                    <a16:creationId xmlns:a16="http://schemas.microsoft.com/office/drawing/2014/main" id="{5810682A-8D9C-2068-EAD8-A6BBC8AD02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6146831E-3E4F-6C9D-B0BB-3BDFFCC55CE3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5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2085FF7D-B5B1-8E05-B7CA-BAEF057B8657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DC </a:t>
              </a:r>
              <a:r>
                <a:rPr lang="it-IT" sz="1000" dirty="0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D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336BBBA0-86C8-EB03-4933-C91E3FB3AA6B}"/>
              </a:ext>
            </a:extLst>
          </p:cNvPr>
          <p:cNvGrpSpPr/>
          <p:nvPr/>
        </p:nvGrpSpPr>
        <p:grpSpPr>
          <a:xfrm flipH="1">
            <a:off x="2290953" y="3744683"/>
            <a:ext cx="932516" cy="450141"/>
            <a:chOff x="2312419" y="3416804"/>
            <a:chExt cx="932516" cy="450141"/>
          </a:xfrm>
        </p:grpSpPr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792B04DD-B3C9-974C-7982-5988EE50E85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0" name="Ovale 29">
                <a:extLst>
                  <a:ext uri="{FF2B5EF4-FFF2-40B4-BE49-F238E27FC236}">
                    <a16:creationId xmlns:a16="http://schemas.microsoft.com/office/drawing/2014/main" id="{3F447ADA-634A-BAFD-4F88-082755278A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84D73E7D-EB28-18DD-30DD-99501C3FF25A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2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0D63622B-A2FD-134D-F34C-9F0E3C44BFB3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TER D</a:t>
              </a:r>
            </a:p>
          </p:txBody>
        </p:sp>
      </p:grp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4876DE8C-D51F-1C2B-42B5-F0054C2BA587}"/>
              </a:ext>
            </a:extLst>
          </p:cNvPr>
          <p:cNvGrpSpPr/>
          <p:nvPr/>
        </p:nvGrpSpPr>
        <p:grpSpPr>
          <a:xfrm flipH="1">
            <a:off x="3145856" y="2870747"/>
            <a:ext cx="932516" cy="450141"/>
            <a:chOff x="2312419" y="3416804"/>
            <a:chExt cx="932516" cy="450141"/>
          </a:xfrm>
        </p:grpSpPr>
        <p:grpSp>
          <p:nvGrpSpPr>
            <p:cNvPr id="33" name="Gruppo 32">
              <a:extLst>
                <a:ext uri="{FF2B5EF4-FFF2-40B4-BE49-F238E27FC236}">
                  <a16:creationId xmlns:a16="http://schemas.microsoft.com/office/drawing/2014/main" id="{BAC09257-878C-2656-6891-11BCBADA8F9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Ovale 34">
                <a:extLst>
                  <a:ext uri="{FF2B5EF4-FFF2-40B4-BE49-F238E27FC236}">
                    <a16:creationId xmlns:a16="http://schemas.microsoft.com/office/drawing/2014/main" id="{BB46E1EE-DFF9-CDDD-3720-7CB3AA1C6F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36" name="CasellaDiTesto 35">
                <a:extLst>
                  <a:ext uri="{FF2B5EF4-FFF2-40B4-BE49-F238E27FC236}">
                    <a16:creationId xmlns:a16="http://schemas.microsoft.com/office/drawing/2014/main" id="{0D9FBAE4-55CA-024F-EE4B-39F433346D42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8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C7F0A523-149B-236C-5486-7D5FD971B2BE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CEN D</a:t>
              </a:r>
            </a:p>
          </p:txBody>
        </p:sp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F4009FEB-E114-92A5-475B-4A76CD69A951}"/>
              </a:ext>
            </a:extLst>
          </p:cNvPr>
          <p:cNvGrpSpPr/>
          <p:nvPr/>
        </p:nvGrpSpPr>
        <p:grpSpPr>
          <a:xfrm flipH="1">
            <a:off x="3147458" y="1650878"/>
            <a:ext cx="932516" cy="450141"/>
            <a:chOff x="2312419" y="3416804"/>
            <a:chExt cx="932516" cy="450141"/>
          </a:xfrm>
        </p:grpSpPr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5D08E7DE-2776-3498-609A-A2BAFE4D019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0" name="Ovale 39">
                <a:extLst>
                  <a:ext uri="{FF2B5EF4-FFF2-40B4-BE49-F238E27FC236}">
                    <a16:creationId xmlns:a16="http://schemas.microsoft.com/office/drawing/2014/main" id="{3CFFCE95-B8B7-F700-D195-2DE5DD3F7A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FC76543D-374D-5D0B-3F96-5AD84FDC6F59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4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9" name="CasellaDiTesto 38">
              <a:extLst>
                <a:ext uri="{FF2B5EF4-FFF2-40B4-BE49-F238E27FC236}">
                  <a16:creationId xmlns:a16="http://schemas.microsoft.com/office/drawing/2014/main" id="{3406FC77-948D-FCCB-F58F-018A8134EA98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CEN </a:t>
              </a:r>
              <a:r>
                <a:rPr kumimoji="0" lang="it-IT" sz="1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S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D38E09CB-3D82-CC2C-2E26-AE29FCD0D1DD}"/>
              </a:ext>
            </a:extLst>
          </p:cNvPr>
          <p:cNvGrpSpPr/>
          <p:nvPr/>
        </p:nvGrpSpPr>
        <p:grpSpPr>
          <a:xfrm flipH="1">
            <a:off x="3979388" y="2329927"/>
            <a:ext cx="932516" cy="450141"/>
            <a:chOff x="2312419" y="3416804"/>
            <a:chExt cx="932516" cy="450141"/>
          </a:xfrm>
        </p:grpSpPr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768D6764-8D5E-A4EE-6111-3B6E2EFDEB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Ovale 44">
                <a:extLst>
                  <a:ext uri="{FF2B5EF4-FFF2-40B4-BE49-F238E27FC236}">
                    <a16:creationId xmlns:a16="http://schemas.microsoft.com/office/drawing/2014/main" id="{E8DD141E-7654-A729-EABA-89DE74CEEF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B6D3D534-017E-B0C1-A9A5-42D57692D382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10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4" name="CasellaDiTesto 43">
              <a:extLst>
                <a:ext uri="{FF2B5EF4-FFF2-40B4-BE49-F238E27FC236}">
                  <a16:creationId xmlns:a16="http://schemas.microsoft.com/office/drawing/2014/main" id="{6CBE6E62-5F46-94F3-15BC-53FB2F0AC61F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TREQ.</a:t>
              </a:r>
            </a:p>
          </p:txBody>
        </p:sp>
      </p:grp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233D15F3-6195-BECD-3D3B-AF41261C1840}"/>
              </a:ext>
            </a:extLst>
          </p:cNvPr>
          <p:cNvGrpSpPr/>
          <p:nvPr/>
        </p:nvGrpSpPr>
        <p:grpSpPr>
          <a:xfrm flipH="1">
            <a:off x="4460886" y="975000"/>
            <a:ext cx="932516" cy="450141"/>
            <a:chOff x="2312419" y="3416804"/>
            <a:chExt cx="932516" cy="450141"/>
          </a:xfrm>
        </p:grpSpPr>
        <p:grpSp>
          <p:nvGrpSpPr>
            <p:cNvPr id="48" name="Gruppo 47">
              <a:extLst>
                <a:ext uri="{FF2B5EF4-FFF2-40B4-BE49-F238E27FC236}">
                  <a16:creationId xmlns:a16="http://schemas.microsoft.com/office/drawing/2014/main" id="{2CB47198-5C94-B44E-A29D-A5150C913BD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0" name="Ovale 49">
                <a:extLst>
                  <a:ext uri="{FF2B5EF4-FFF2-40B4-BE49-F238E27FC236}">
                    <a16:creationId xmlns:a16="http://schemas.microsoft.com/office/drawing/2014/main" id="{98C4020B-4842-2767-513A-D8EF54CA07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51" name="CasellaDiTesto 50">
                <a:extLst>
                  <a:ext uri="{FF2B5EF4-FFF2-40B4-BE49-F238E27FC236}">
                    <a16:creationId xmlns:a16="http://schemas.microsoft.com/office/drawing/2014/main" id="{C02D2AA3-B552-68E9-CC46-E26A21CBC1F3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11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9" name="CasellaDiTesto 48">
              <a:extLst>
                <a:ext uri="{FF2B5EF4-FFF2-40B4-BE49-F238E27FC236}">
                  <a16:creationId xmlns:a16="http://schemas.microsoft.com/office/drawing/2014/main" id="{D6C27283-9997-020D-06BB-C35F811A3C3D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ALA </a:t>
              </a:r>
              <a:r>
                <a:rPr kumimoji="0" lang="it-IT" sz="1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S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2" name="Gruppo 51">
            <a:extLst>
              <a:ext uri="{FF2B5EF4-FFF2-40B4-BE49-F238E27FC236}">
                <a16:creationId xmlns:a16="http://schemas.microsoft.com/office/drawing/2014/main" id="{4E368837-6261-FB24-514C-5E9FFBFCFFF7}"/>
              </a:ext>
            </a:extLst>
          </p:cNvPr>
          <p:cNvGrpSpPr/>
          <p:nvPr/>
        </p:nvGrpSpPr>
        <p:grpSpPr>
          <a:xfrm flipH="1">
            <a:off x="4389649" y="3632106"/>
            <a:ext cx="932516" cy="450141"/>
            <a:chOff x="2312419" y="3416804"/>
            <a:chExt cx="932516" cy="450141"/>
          </a:xfrm>
        </p:grpSpPr>
        <p:grpSp>
          <p:nvGrpSpPr>
            <p:cNvPr id="53" name="Gruppo 52">
              <a:extLst>
                <a:ext uri="{FF2B5EF4-FFF2-40B4-BE49-F238E27FC236}">
                  <a16:creationId xmlns:a16="http://schemas.microsoft.com/office/drawing/2014/main" id="{12F7ACF1-496D-3BB0-6E09-F292212294F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5" name="Ovale 54">
                <a:extLst>
                  <a:ext uri="{FF2B5EF4-FFF2-40B4-BE49-F238E27FC236}">
                    <a16:creationId xmlns:a16="http://schemas.microsoft.com/office/drawing/2014/main" id="{C1A05CD6-B39B-C94D-7ACF-0F71FFC28E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66106842-8EEA-40C3-AACD-F40EB155B155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7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4" name="CasellaDiTesto 53">
              <a:extLst>
                <a:ext uri="{FF2B5EF4-FFF2-40B4-BE49-F238E27FC236}">
                  <a16:creationId xmlns:a16="http://schemas.microsoft.com/office/drawing/2014/main" id="{3F27030D-85D8-5806-DA16-36643A220ADD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ALA </a:t>
              </a:r>
              <a:r>
                <a:rPr lang="it-IT" sz="1000" dirty="0">
                  <a:solidFill>
                    <a:prstClr val="black"/>
                  </a:solidFill>
                  <a:latin typeface="Avenir Next Condensed" panose="020B0506020202020204" pitchFamily="34" charset="0"/>
                </a:rPr>
                <a:t>D</a:t>
              </a:r>
              <a:endPara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Condensed" panose="020B0506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6F860713-F17A-AC40-D339-78E7B7053BCC}"/>
              </a:ext>
            </a:extLst>
          </p:cNvPr>
          <p:cNvGrpSpPr/>
          <p:nvPr/>
        </p:nvGrpSpPr>
        <p:grpSpPr>
          <a:xfrm flipH="1">
            <a:off x="5026136" y="2270436"/>
            <a:ext cx="932516" cy="450141"/>
            <a:chOff x="2312419" y="3416804"/>
            <a:chExt cx="932516" cy="450141"/>
          </a:xfrm>
        </p:grpSpPr>
        <p:grpSp>
          <p:nvGrpSpPr>
            <p:cNvPr id="109" name="Gruppo 108">
              <a:extLst>
                <a:ext uri="{FF2B5EF4-FFF2-40B4-BE49-F238E27FC236}">
                  <a16:creationId xmlns:a16="http://schemas.microsoft.com/office/drawing/2014/main" id="{1AEE2AD1-9A92-FF6B-2B3E-B7F51EA322B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9693" y="3620724"/>
              <a:ext cx="509821" cy="246221"/>
              <a:chOff x="1425731" y="3311750"/>
              <a:chExt cx="523637" cy="249339"/>
            </a:xfrm>
            <a:effectLst>
              <a:outerShdw blurRad="50800" dist="38100" dir="2700000" sx="105000" sy="105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1" name="Ovale 110">
                <a:extLst>
                  <a:ext uri="{FF2B5EF4-FFF2-40B4-BE49-F238E27FC236}">
                    <a16:creationId xmlns:a16="http://schemas.microsoft.com/office/drawing/2014/main" id="{EF547BD8-173E-93D5-9862-7A95137D54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0465" y="3319964"/>
                <a:ext cx="223214" cy="218734"/>
              </a:xfrm>
              <a:prstGeom prst="ellipse">
                <a:avLst/>
              </a:prstGeom>
              <a:solidFill>
                <a:srgbClr val="5A348B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72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113" name="CasellaDiTesto 112">
                <a:extLst>
                  <a:ext uri="{FF2B5EF4-FFF2-40B4-BE49-F238E27FC236}">
                    <a16:creationId xmlns:a16="http://schemas.microsoft.com/office/drawing/2014/main" id="{26D51857-568A-48D7-B6E5-644949970A95}"/>
                  </a:ext>
                </a:extLst>
              </p:cNvPr>
              <p:cNvSpPr txBox="1"/>
              <p:nvPr/>
            </p:nvSpPr>
            <p:spPr>
              <a:xfrm>
                <a:off x="1425731" y="3311750"/>
                <a:ext cx="523637" cy="24933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venir Next Condensed" panose="020B0506020202020204" pitchFamily="34" charset="0"/>
                    <a:ea typeface="+mn-ea"/>
                    <a:cs typeface="+mn-cs"/>
                  </a:rPr>
                  <a:t>9</a:t>
                </a:r>
                <a:endParaRPr kumimoji="0" lang="it-IT" sz="1000" b="0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0" name="CasellaDiTesto 109">
              <a:extLst>
                <a:ext uri="{FF2B5EF4-FFF2-40B4-BE49-F238E27FC236}">
                  <a16:creationId xmlns:a16="http://schemas.microsoft.com/office/drawing/2014/main" id="{11CF46D5-6F98-F9F5-20F6-E7A77C44A7F9}"/>
                </a:ext>
              </a:extLst>
            </p:cNvPr>
            <p:cNvSpPr txBox="1"/>
            <p:nvPr/>
          </p:nvSpPr>
          <p:spPr>
            <a:xfrm>
              <a:off x="2312419" y="3416804"/>
              <a:ext cx="93251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Condensed" panose="020B0506020202020204" pitchFamily="34" charset="0"/>
                  <a:ea typeface="+mn-ea"/>
                  <a:cs typeface="+mn-cs"/>
                </a:rPr>
                <a:t>ATT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18977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287141</TotalTime>
  <Words>1149</Words>
  <Application>Microsoft Macintosh PowerPoint</Application>
  <PresentationFormat>Presentazione su schermo (16:9)</PresentationFormat>
  <Paragraphs>706</Paragraphs>
  <Slides>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8</vt:i4>
      </vt:variant>
    </vt:vector>
  </HeadingPairs>
  <TitlesOfParts>
    <vt:vector size="15" baseType="lpstr">
      <vt:lpstr>Arial</vt:lpstr>
      <vt:lpstr>Avenir Next Condensed</vt:lpstr>
      <vt:lpstr>Avenir Next Condensed Demi Bold</vt:lpstr>
      <vt:lpstr>Calibri</vt:lpstr>
      <vt:lpstr>Calibri Light</vt:lpstr>
      <vt:lpstr>Tema di Office</vt:lpstr>
      <vt:lpstr>1_Tema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Simone Filippo Contran</dc:creator>
  <cp:lastModifiedBy>Simone Contran</cp:lastModifiedBy>
  <cp:revision>2071</cp:revision>
  <cp:lastPrinted>2025-04-07T20:27:46Z</cp:lastPrinted>
  <dcterms:created xsi:type="dcterms:W3CDTF">2020-04-30T21:06:22Z</dcterms:created>
  <dcterms:modified xsi:type="dcterms:W3CDTF">2026-05-07T15:00:19Z</dcterms:modified>
</cp:coreProperties>
</file>